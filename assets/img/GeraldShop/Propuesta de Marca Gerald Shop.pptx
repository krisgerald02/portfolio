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10287000" cx="18288000"/>
  <p:notesSz cx="6858000" cy="9144000"/>
  <p:embeddedFontLst>
    <p:embeddedFont>
      <p:font typeface="DM Sans"/>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DMSans-bold.fntdata"/><Relationship Id="rId10" Type="http://schemas.openxmlformats.org/officeDocument/2006/relationships/slide" Target="slides/slide5.xml"/><Relationship Id="rId32" Type="http://schemas.openxmlformats.org/officeDocument/2006/relationships/font" Target="fonts/DMSans-regular.fntdata"/><Relationship Id="rId13" Type="http://schemas.openxmlformats.org/officeDocument/2006/relationships/slide" Target="slides/slide8.xml"/><Relationship Id="rId35" Type="http://schemas.openxmlformats.org/officeDocument/2006/relationships/font" Target="fonts/DMSans-boldItalic.fntdata"/><Relationship Id="rId12" Type="http://schemas.openxmlformats.org/officeDocument/2006/relationships/slide" Target="slides/slide7.xml"/><Relationship Id="rId34" Type="http://schemas.openxmlformats.org/officeDocument/2006/relationships/font" Target="fonts/DMSans-italic.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OpenSans-regular.fntdata"/><Relationship Id="rId17" Type="http://schemas.openxmlformats.org/officeDocument/2006/relationships/slide" Target="slides/slide12.xml"/><Relationship Id="rId39" Type="http://schemas.openxmlformats.org/officeDocument/2006/relationships/font" Target="fonts/OpenSans-boldItalic.fntdata"/><Relationship Id="rId16" Type="http://schemas.openxmlformats.org/officeDocument/2006/relationships/slide" Target="slides/slide11.xml"/><Relationship Id="rId38" Type="http://schemas.openxmlformats.org/officeDocument/2006/relationships/font" Target="fonts/Open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image" Target="../media/image6.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29.png"/><Relationship Id="rId6" Type="http://schemas.openxmlformats.org/officeDocument/2006/relationships/image" Target="../media/image8.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23.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49.png"/><Relationship Id="rId5"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2.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48.png"/><Relationship Id="rId5"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35.png"/><Relationship Id="rId5"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7.jpg"/><Relationship Id="rId4"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5.png"/><Relationship Id="rId4" Type="http://schemas.openxmlformats.org/officeDocument/2006/relationships/image" Target="../media/image52.png"/><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cxnSp>
        <p:nvCxnSpPr>
          <p:cNvPr id="84" name="Google Shape;84;p13"/>
          <p:cNvCxnSpPr/>
          <p:nvPr/>
        </p:nvCxnSpPr>
        <p:spPr>
          <a:xfrm>
            <a:off x="2230711" y="8045309"/>
            <a:ext cx="14036658" cy="0"/>
          </a:xfrm>
          <a:prstGeom prst="straightConnector1">
            <a:avLst/>
          </a:prstGeom>
          <a:noFill/>
          <a:ln cap="flat" cmpd="sng" w="47625">
            <a:solidFill>
              <a:srgbClr val="102941"/>
            </a:solidFill>
            <a:prstDash val="solid"/>
            <a:round/>
            <a:headEnd len="sm" w="sm" type="none"/>
            <a:tailEnd len="sm" w="sm" type="none"/>
          </a:ln>
        </p:spPr>
      </p:cxnSp>
      <p:sp>
        <p:nvSpPr>
          <p:cNvPr id="85" name="Google Shape;85;p13"/>
          <p:cNvSpPr/>
          <p:nvPr/>
        </p:nvSpPr>
        <p:spPr>
          <a:xfrm>
            <a:off x="7366880" y="527730"/>
            <a:ext cx="3554239" cy="3099123"/>
          </a:xfrm>
          <a:custGeom>
            <a:rect b="b" l="l" r="r" t="t"/>
            <a:pathLst>
              <a:path extrusionOk="0" h="3099123" w="3554239">
                <a:moveTo>
                  <a:pt x="0" y="0"/>
                </a:moveTo>
                <a:lnTo>
                  <a:pt x="3554240" y="0"/>
                </a:lnTo>
                <a:lnTo>
                  <a:pt x="3554240" y="3099123"/>
                </a:lnTo>
                <a:lnTo>
                  <a:pt x="0" y="3099123"/>
                </a:lnTo>
                <a:lnTo>
                  <a:pt x="0" y="0"/>
                </a:lnTo>
                <a:close/>
              </a:path>
            </a:pathLst>
          </a:custGeom>
          <a:blipFill rotWithShape="1">
            <a:blip r:embed="rId3">
              <a:alphaModFix/>
            </a:blip>
            <a:stretch>
              <a:fillRect b="0" l="0" r="0" t="0"/>
            </a:stretch>
          </a:blipFill>
          <a:ln>
            <a:noFill/>
          </a:ln>
        </p:spPr>
      </p:sp>
      <p:sp>
        <p:nvSpPr>
          <p:cNvPr id="86" name="Google Shape;86;p13"/>
          <p:cNvSpPr txBox="1"/>
          <p:nvPr/>
        </p:nvSpPr>
        <p:spPr>
          <a:xfrm>
            <a:off x="4172368" y="5178528"/>
            <a:ext cx="10285039" cy="2412321"/>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MARCA</a:t>
            </a:r>
            <a:endParaRPr/>
          </a:p>
        </p:txBody>
      </p:sp>
      <p:sp>
        <p:nvSpPr>
          <p:cNvPr id="87" name="Google Shape;87;p13"/>
          <p:cNvSpPr txBox="1"/>
          <p:nvPr/>
        </p:nvSpPr>
        <p:spPr>
          <a:xfrm>
            <a:off x="4035702" y="4302840"/>
            <a:ext cx="10216595" cy="1113813"/>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None/>
            </a:pPr>
            <a:r>
              <a:rPr b="1" i="0" lang="en-US" sz="6643" u="none" cap="none" strike="noStrike">
                <a:solidFill>
                  <a:srgbClr val="000000"/>
                </a:solidFill>
                <a:latin typeface="Arial"/>
                <a:ea typeface="Arial"/>
                <a:cs typeface="Arial"/>
                <a:sym typeface="Arial"/>
              </a:rPr>
              <a:t>PROPUESTA DE</a:t>
            </a:r>
            <a:endParaRPr/>
          </a:p>
        </p:txBody>
      </p:sp>
      <p:sp>
        <p:nvSpPr>
          <p:cNvPr id="88" name="Google Shape;88;p13"/>
          <p:cNvSpPr txBox="1"/>
          <p:nvPr/>
        </p:nvSpPr>
        <p:spPr>
          <a:xfrm>
            <a:off x="1529556" y="8412021"/>
            <a:ext cx="15570664" cy="72953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4230" u="none" cap="none" strike="noStrike">
                <a:solidFill>
                  <a:srgbClr val="102941"/>
                </a:solidFill>
                <a:latin typeface="DM Sans"/>
                <a:ea typeface="DM Sans"/>
                <a:cs typeface="DM Sans"/>
                <a:sym typeface="DM Sans"/>
              </a:rPr>
              <a:t>Elaborado por Kristel Villalta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grpSp>
        <p:nvGrpSpPr>
          <p:cNvPr id="93" name="Google Shape;93;p14"/>
          <p:cNvGrpSpPr/>
          <p:nvPr/>
        </p:nvGrpSpPr>
        <p:grpSpPr>
          <a:xfrm>
            <a:off x="409105" y="386721"/>
            <a:ext cx="6927185" cy="8273919"/>
            <a:chOff x="0" y="-238125"/>
            <a:chExt cx="1824444" cy="2179139"/>
          </a:xfrm>
        </p:grpSpPr>
        <p:sp>
          <p:nvSpPr>
            <p:cNvPr id="94" name="Google Shape;94;p14"/>
            <p:cNvSpPr/>
            <p:nvPr/>
          </p:nvSpPr>
          <p:spPr>
            <a:xfrm>
              <a:off x="0" y="0"/>
              <a:ext cx="1824444" cy="1941014"/>
            </a:xfrm>
            <a:custGeom>
              <a:rect b="b" l="l" r="r" t="t"/>
              <a:pathLst>
                <a:path extrusionOk="0" h="1941014" w="1824444">
                  <a:moveTo>
                    <a:pt x="0" y="0"/>
                  </a:moveTo>
                  <a:lnTo>
                    <a:pt x="1824444" y="0"/>
                  </a:lnTo>
                  <a:lnTo>
                    <a:pt x="1824444" y="1941014"/>
                  </a:lnTo>
                  <a:lnTo>
                    <a:pt x="0" y="1941014"/>
                  </a:lnTo>
                  <a:close/>
                </a:path>
              </a:pathLst>
            </a:custGeom>
            <a:solidFill>
              <a:srgbClr val="222E38"/>
            </a:solidFill>
            <a:ln>
              <a:noFill/>
            </a:ln>
          </p:spPr>
        </p:sp>
        <p:sp>
          <p:nvSpPr>
            <p:cNvPr id="95" name="Google Shape;95;p14"/>
            <p:cNvSpPr txBox="1"/>
            <p:nvPr/>
          </p:nvSpPr>
          <p:spPr>
            <a:xfrm>
              <a:off x="0" y="-238125"/>
              <a:ext cx="1824444" cy="2179139"/>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96" name="Google Shape;96;p14"/>
          <p:cNvCxnSpPr/>
          <p:nvPr/>
        </p:nvCxnSpPr>
        <p:spPr>
          <a:xfrm>
            <a:off x="698724" y="4147998"/>
            <a:ext cx="6260404" cy="0"/>
          </a:xfrm>
          <a:prstGeom prst="straightConnector1">
            <a:avLst/>
          </a:prstGeom>
          <a:noFill/>
          <a:ln cap="flat" cmpd="sng" w="47625">
            <a:solidFill>
              <a:srgbClr val="FFFFFF"/>
            </a:solidFill>
            <a:prstDash val="solid"/>
            <a:round/>
            <a:headEnd len="sm" w="sm" type="none"/>
            <a:tailEnd len="sm" w="sm" type="none"/>
          </a:ln>
        </p:spPr>
      </p:cxnSp>
      <p:sp>
        <p:nvSpPr>
          <p:cNvPr id="97" name="Google Shape;97;p14"/>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sp>
        <p:nvSpPr>
          <p:cNvPr id="98" name="Google Shape;98;p14"/>
          <p:cNvSpPr txBox="1"/>
          <p:nvPr/>
        </p:nvSpPr>
        <p:spPr>
          <a:xfrm>
            <a:off x="812818" y="4351464"/>
            <a:ext cx="6146310" cy="4906836"/>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0" i="0" lang="en-US" sz="2567" u="none" cap="none" strike="noStrike">
                <a:solidFill>
                  <a:srgbClr val="FFFFFF"/>
                </a:solidFill>
                <a:latin typeface="Arial"/>
                <a:ea typeface="Arial"/>
                <a:cs typeface="Arial"/>
                <a:sym typeface="Arial"/>
              </a:rPr>
              <a:t> Es un emprendimiento online que ofrece una amplia gama de productos y servicios variados. Su propuesta incluye envíos internacionales desde Estados Unidos a Nicaragua, posicionándose como una opción accesible y personalizada en el comercio en línea.</a:t>
            </a:r>
            <a:endParaRPr/>
          </a:p>
          <a:p>
            <a:pPr indent="0" lvl="0" marL="0" marR="0" rtl="0" algn="just">
              <a:lnSpc>
                <a:spcPct val="140007"/>
              </a:lnSpc>
              <a:spcBef>
                <a:spcPts val="0"/>
              </a:spcBef>
              <a:spcAft>
                <a:spcPts val="0"/>
              </a:spcAft>
              <a:buNone/>
            </a:pPr>
            <a:r>
              <a:t/>
            </a:r>
            <a:endParaRPr b="0" i="0" sz="2567" u="none" cap="none" strike="noStrike">
              <a:solidFill>
                <a:srgbClr val="FFFFFF"/>
              </a:solidFill>
              <a:latin typeface="Arial"/>
              <a:ea typeface="Arial"/>
              <a:cs typeface="Arial"/>
              <a:sym typeface="Arial"/>
            </a:endParaRPr>
          </a:p>
          <a:p>
            <a:pPr indent="0" lvl="0" marL="0" marR="0" rtl="0" algn="just">
              <a:lnSpc>
                <a:spcPct val="140007"/>
              </a:lnSpc>
              <a:spcBef>
                <a:spcPts val="0"/>
              </a:spcBef>
              <a:spcAft>
                <a:spcPts val="0"/>
              </a:spcAft>
              <a:buNone/>
            </a:pPr>
            <a:r>
              <a:t/>
            </a:r>
            <a:endParaRPr b="0" i="0" sz="2567" u="none" cap="none" strike="noStrike">
              <a:solidFill>
                <a:srgbClr val="FFFFFF"/>
              </a:solidFill>
              <a:latin typeface="Arial"/>
              <a:ea typeface="Arial"/>
              <a:cs typeface="Arial"/>
              <a:sym typeface="Arial"/>
            </a:endParaRPr>
          </a:p>
        </p:txBody>
      </p:sp>
      <p:sp>
        <p:nvSpPr>
          <p:cNvPr id="99" name="Google Shape;99;p14"/>
          <p:cNvSpPr txBox="1"/>
          <p:nvPr/>
        </p:nvSpPr>
        <p:spPr>
          <a:xfrm>
            <a:off x="975192" y="1865609"/>
            <a:ext cx="5983935" cy="1907999"/>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i="0" lang="en-US" sz="6643" u="none" cap="none" strike="noStrike">
                <a:solidFill>
                  <a:srgbClr val="FFFFFF"/>
                </a:solidFill>
                <a:latin typeface="Arial"/>
                <a:ea typeface="Arial"/>
                <a:cs typeface="Arial"/>
                <a:sym typeface="Arial"/>
              </a:rPr>
              <a:t>Descripción del Proyecto</a:t>
            </a:r>
            <a:endParaRPr/>
          </a:p>
        </p:txBody>
      </p:sp>
      <p:sp>
        <p:nvSpPr>
          <p:cNvPr id="100" name="Google Shape;100;p14"/>
          <p:cNvSpPr txBox="1"/>
          <p:nvPr/>
        </p:nvSpPr>
        <p:spPr>
          <a:xfrm>
            <a:off x="8013385" y="1233702"/>
            <a:ext cx="5538316" cy="5377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5" u="none" cap="none" strike="noStrike">
                <a:solidFill>
                  <a:srgbClr val="070605"/>
                </a:solidFill>
                <a:latin typeface="Arial"/>
                <a:ea typeface="Arial"/>
                <a:cs typeface="Arial"/>
                <a:sym typeface="Arial"/>
              </a:rPr>
              <a:t>Rubro de la Empresa</a:t>
            </a:r>
            <a:endParaRPr/>
          </a:p>
        </p:txBody>
      </p:sp>
      <p:sp>
        <p:nvSpPr>
          <p:cNvPr id="101" name="Google Shape;101;p14"/>
          <p:cNvSpPr txBox="1"/>
          <p:nvPr/>
        </p:nvSpPr>
        <p:spPr>
          <a:xfrm>
            <a:off x="8013385" y="2000497"/>
            <a:ext cx="9410834" cy="1773111"/>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0" i="0" lang="en-US" sz="2567" u="none" cap="none" strike="noStrike">
                <a:solidFill>
                  <a:srgbClr val="000000"/>
                </a:solidFill>
                <a:latin typeface="DM Sans"/>
                <a:ea typeface="DM Sans"/>
                <a:cs typeface="DM Sans"/>
                <a:sym typeface="DM Sans"/>
              </a:rPr>
              <a:t>Amplia variedad de productos y ofrece envíos internacionales desde EE. UU. a Nicaragua, garantizando compras en línea con entregas rápidas y seguras.</a:t>
            </a:r>
            <a:endParaRPr/>
          </a:p>
          <a:p>
            <a:pPr indent="0" lvl="0" marL="0" marR="0" rtl="0" algn="just">
              <a:lnSpc>
                <a:spcPct val="140007"/>
              </a:lnSpc>
              <a:spcBef>
                <a:spcPts val="0"/>
              </a:spcBef>
              <a:spcAft>
                <a:spcPts val="0"/>
              </a:spcAft>
              <a:buNone/>
            </a:pPr>
            <a:r>
              <a:t/>
            </a:r>
            <a:endParaRPr b="0" i="0" sz="2567" u="none" cap="none" strike="noStrike">
              <a:solidFill>
                <a:srgbClr val="000000"/>
              </a:solidFill>
              <a:latin typeface="DM Sans"/>
              <a:ea typeface="DM Sans"/>
              <a:cs typeface="DM Sans"/>
              <a:sym typeface="DM Sans"/>
            </a:endParaRPr>
          </a:p>
        </p:txBody>
      </p:sp>
      <p:sp>
        <p:nvSpPr>
          <p:cNvPr id="102" name="Google Shape;102;p14"/>
          <p:cNvSpPr txBox="1"/>
          <p:nvPr/>
        </p:nvSpPr>
        <p:spPr>
          <a:xfrm>
            <a:off x="8013385" y="4649240"/>
            <a:ext cx="9410834" cy="13253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Emprendimiento online que ha crecido con un enfoque familiar. Se caracteriza por su flexibilidad en ofrecer productos diversos.</a:t>
            </a:r>
            <a:endParaRPr/>
          </a:p>
        </p:txBody>
      </p:sp>
      <p:sp>
        <p:nvSpPr>
          <p:cNvPr id="103" name="Google Shape;103;p14"/>
          <p:cNvSpPr txBox="1"/>
          <p:nvPr/>
        </p:nvSpPr>
        <p:spPr>
          <a:xfrm>
            <a:off x="8013385" y="3787682"/>
            <a:ext cx="5538316" cy="5377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5" u="none" cap="none" strike="noStrike">
                <a:solidFill>
                  <a:srgbClr val="070605"/>
                </a:solidFill>
                <a:latin typeface="Arial"/>
                <a:ea typeface="Arial"/>
                <a:cs typeface="Arial"/>
                <a:sym typeface="Arial"/>
              </a:rPr>
              <a:t>Definición de la Empresa</a:t>
            </a:r>
            <a:endParaRPr/>
          </a:p>
        </p:txBody>
      </p:sp>
      <p:sp>
        <p:nvSpPr>
          <p:cNvPr id="104" name="Google Shape;104;p14"/>
          <p:cNvSpPr txBox="1"/>
          <p:nvPr/>
        </p:nvSpPr>
        <p:spPr>
          <a:xfrm>
            <a:off x="8013385" y="7213491"/>
            <a:ext cx="9410834" cy="222072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Iniciada hace 2 meses, Gerald Shop pasó de vender ropa para hombre a diversificarse con envíos internacionales, especialmente a EE. UU.</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p:txBody>
      </p:sp>
      <p:sp>
        <p:nvSpPr>
          <p:cNvPr id="105" name="Google Shape;105;p14"/>
          <p:cNvSpPr txBox="1"/>
          <p:nvPr/>
        </p:nvSpPr>
        <p:spPr>
          <a:xfrm>
            <a:off x="8013385" y="6531266"/>
            <a:ext cx="5538316" cy="5377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5" u="none" cap="none" strike="noStrike">
                <a:solidFill>
                  <a:srgbClr val="070605"/>
                </a:solidFill>
                <a:latin typeface="Arial"/>
                <a:ea typeface="Arial"/>
                <a:cs typeface="Arial"/>
                <a:sym typeface="Arial"/>
              </a:rPr>
              <a:t>Historia de la Empresa</a:t>
            </a:r>
            <a:endParaRPr/>
          </a:p>
        </p:txBody>
      </p:sp>
      <p:sp>
        <p:nvSpPr>
          <p:cNvPr id="106" name="Google Shape;106;p14"/>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cxnSp>
        <p:nvCxnSpPr>
          <p:cNvPr id="111" name="Google Shape;111;p15"/>
          <p:cNvCxnSpPr/>
          <p:nvPr/>
        </p:nvCxnSpPr>
        <p:spPr>
          <a:xfrm>
            <a:off x="1028700" y="1553972"/>
            <a:ext cx="11484005" cy="0"/>
          </a:xfrm>
          <a:prstGeom prst="straightConnector1">
            <a:avLst/>
          </a:prstGeom>
          <a:noFill/>
          <a:ln cap="flat" cmpd="sng" w="47625">
            <a:solidFill>
              <a:srgbClr val="21396D"/>
            </a:solidFill>
            <a:prstDash val="solid"/>
            <a:round/>
            <a:headEnd len="sm" w="sm" type="none"/>
            <a:tailEnd len="sm" w="sm" type="none"/>
          </a:ln>
        </p:spPr>
      </p:cxnSp>
      <p:sp>
        <p:nvSpPr>
          <p:cNvPr id="112" name="Google Shape;112;p15"/>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cxnSp>
        <p:nvCxnSpPr>
          <p:cNvPr id="113" name="Google Shape;113;p15"/>
          <p:cNvCxnSpPr/>
          <p:nvPr/>
        </p:nvCxnSpPr>
        <p:spPr>
          <a:xfrm flipH="1" rot="10800000">
            <a:off x="9167812" y="2228590"/>
            <a:ext cx="23812" cy="7205545"/>
          </a:xfrm>
          <a:prstGeom prst="straightConnector1">
            <a:avLst/>
          </a:prstGeom>
          <a:noFill/>
          <a:ln cap="flat" cmpd="sng" w="47625">
            <a:solidFill>
              <a:srgbClr val="21396D"/>
            </a:solidFill>
            <a:prstDash val="solid"/>
            <a:round/>
            <a:headEnd len="sm" w="sm" type="none"/>
            <a:tailEnd len="sm" w="sm" type="none"/>
          </a:ln>
        </p:spPr>
      </p:cxnSp>
      <p:sp>
        <p:nvSpPr>
          <p:cNvPr id="114" name="Google Shape;114;p15"/>
          <p:cNvSpPr/>
          <p:nvPr/>
        </p:nvSpPr>
        <p:spPr>
          <a:xfrm>
            <a:off x="4949713" y="4205970"/>
            <a:ext cx="3776443" cy="3073081"/>
          </a:xfrm>
          <a:custGeom>
            <a:rect b="b" l="l" r="r" t="t"/>
            <a:pathLst>
              <a:path extrusionOk="0" h="3073081" w="3776443">
                <a:moveTo>
                  <a:pt x="0" y="0"/>
                </a:moveTo>
                <a:lnTo>
                  <a:pt x="3776443" y="0"/>
                </a:lnTo>
                <a:lnTo>
                  <a:pt x="3776443" y="3073081"/>
                </a:lnTo>
                <a:lnTo>
                  <a:pt x="0" y="3073081"/>
                </a:lnTo>
                <a:lnTo>
                  <a:pt x="0" y="0"/>
                </a:lnTo>
                <a:close/>
              </a:path>
            </a:pathLst>
          </a:custGeom>
          <a:blipFill rotWithShape="1">
            <a:blip r:embed="rId4">
              <a:alphaModFix/>
            </a:blip>
            <a:stretch>
              <a:fillRect b="0" l="0" r="0" t="0"/>
            </a:stretch>
          </a:blipFill>
          <a:ln>
            <a:noFill/>
          </a:ln>
        </p:spPr>
      </p:sp>
      <p:sp>
        <p:nvSpPr>
          <p:cNvPr id="115" name="Google Shape;115;p15"/>
          <p:cNvSpPr/>
          <p:nvPr/>
        </p:nvSpPr>
        <p:spPr>
          <a:xfrm>
            <a:off x="10516588" y="3346299"/>
            <a:ext cx="6356958" cy="6356958"/>
          </a:xfrm>
          <a:custGeom>
            <a:rect b="b" l="l" r="r" t="t"/>
            <a:pathLst>
              <a:path extrusionOk="0" h="6356958" w="6356958">
                <a:moveTo>
                  <a:pt x="0" y="0"/>
                </a:moveTo>
                <a:lnTo>
                  <a:pt x="6356958" y="0"/>
                </a:lnTo>
                <a:lnTo>
                  <a:pt x="6356958" y="6356958"/>
                </a:lnTo>
                <a:lnTo>
                  <a:pt x="0" y="6356958"/>
                </a:lnTo>
                <a:lnTo>
                  <a:pt x="0" y="0"/>
                </a:lnTo>
                <a:close/>
              </a:path>
            </a:pathLst>
          </a:custGeom>
          <a:blipFill rotWithShape="1">
            <a:blip r:embed="rId5">
              <a:alphaModFix/>
            </a:blip>
            <a:stretch>
              <a:fillRect b="0" l="0" r="0" t="0"/>
            </a:stretch>
          </a:blipFill>
          <a:ln>
            <a:noFill/>
          </a:ln>
        </p:spPr>
      </p:sp>
      <p:sp>
        <p:nvSpPr>
          <p:cNvPr id="116" name="Google Shape;116;p15"/>
          <p:cNvSpPr/>
          <p:nvPr/>
        </p:nvSpPr>
        <p:spPr>
          <a:xfrm>
            <a:off x="1967216" y="6967537"/>
            <a:ext cx="4870719" cy="2735720"/>
          </a:xfrm>
          <a:custGeom>
            <a:rect b="b" l="l" r="r" t="t"/>
            <a:pathLst>
              <a:path extrusionOk="0" h="2735720" w="4870719">
                <a:moveTo>
                  <a:pt x="0" y="0"/>
                </a:moveTo>
                <a:lnTo>
                  <a:pt x="4870718" y="0"/>
                </a:lnTo>
                <a:lnTo>
                  <a:pt x="4870718" y="2735720"/>
                </a:lnTo>
                <a:lnTo>
                  <a:pt x="0" y="2735720"/>
                </a:lnTo>
                <a:lnTo>
                  <a:pt x="0" y="0"/>
                </a:lnTo>
                <a:close/>
              </a:path>
            </a:pathLst>
          </a:custGeom>
          <a:blipFill rotWithShape="1">
            <a:blip r:embed="rId6">
              <a:alphaModFix/>
            </a:blip>
            <a:stretch>
              <a:fillRect b="0" l="0" r="0" t="0"/>
            </a:stretch>
          </a:blipFill>
          <a:ln>
            <a:noFill/>
          </a:ln>
        </p:spPr>
      </p:sp>
      <p:sp>
        <p:nvSpPr>
          <p:cNvPr id="117" name="Google Shape;117;p15"/>
          <p:cNvSpPr/>
          <p:nvPr/>
        </p:nvSpPr>
        <p:spPr>
          <a:xfrm>
            <a:off x="434505" y="3949742"/>
            <a:ext cx="3423653" cy="3085567"/>
          </a:xfrm>
          <a:custGeom>
            <a:rect b="b" l="l" r="r" t="t"/>
            <a:pathLst>
              <a:path extrusionOk="0" h="3085567" w="3423653">
                <a:moveTo>
                  <a:pt x="0" y="0"/>
                </a:moveTo>
                <a:lnTo>
                  <a:pt x="3423653" y="0"/>
                </a:lnTo>
                <a:lnTo>
                  <a:pt x="3423653" y="3085567"/>
                </a:lnTo>
                <a:lnTo>
                  <a:pt x="0" y="3085567"/>
                </a:lnTo>
                <a:lnTo>
                  <a:pt x="0" y="0"/>
                </a:lnTo>
                <a:close/>
              </a:path>
            </a:pathLst>
          </a:custGeom>
          <a:blipFill rotWithShape="1">
            <a:blip r:embed="rId7">
              <a:alphaModFix/>
            </a:blip>
            <a:stretch>
              <a:fillRect b="0" l="0" r="0" t="0"/>
            </a:stretch>
          </a:blipFill>
          <a:ln>
            <a:noFill/>
          </a:ln>
        </p:spPr>
      </p:sp>
      <p:sp>
        <p:nvSpPr>
          <p:cNvPr id="118" name="Google Shape;118;p15"/>
          <p:cNvSpPr txBox="1"/>
          <p:nvPr/>
        </p:nvSpPr>
        <p:spPr>
          <a:xfrm>
            <a:off x="1028700" y="412940"/>
            <a:ext cx="12414118" cy="1117219"/>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Descripción del Producto</a:t>
            </a:r>
            <a:endParaRPr/>
          </a:p>
        </p:txBody>
      </p:sp>
      <p:sp>
        <p:nvSpPr>
          <p:cNvPr id="119" name="Google Shape;119;p15"/>
          <p:cNvSpPr txBox="1"/>
          <p:nvPr/>
        </p:nvSpPr>
        <p:spPr>
          <a:xfrm>
            <a:off x="3400110" y="2440484"/>
            <a:ext cx="5538316" cy="5377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5" u="none" cap="none" strike="noStrike">
                <a:solidFill>
                  <a:srgbClr val="070605"/>
                </a:solidFill>
                <a:latin typeface="Arial"/>
                <a:ea typeface="Arial"/>
                <a:cs typeface="Arial"/>
                <a:sym typeface="Arial"/>
              </a:rPr>
              <a:t>Actuales</a:t>
            </a:r>
            <a:endParaRPr/>
          </a:p>
        </p:txBody>
      </p:sp>
      <p:sp>
        <p:nvSpPr>
          <p:cNvPr id="120" name="Google Shape;120;p15"/>
          <p:cNvSpPr txBox="1"/>
          <p:nvPr/>
        </p:nvSpPr>
        <p:spPr>
          <a:xfrm>
            <a:off x="12749684" y="2440484"/>
            <a:ext cx="5538316" cy="5377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5" u="none" cap="none" strike="noStrike">
                <a:solidFill>
                  <a:srgbClr val="070605"/>
                </a:solidFill>
                <a:latin typeface="Arial"/>
                <a:ea typeface="Arial"/>
                <a:cs typeface="Arial"/>
                <a:sym typeface="Arial"/>
              </a:rPr>
              <a:t>Futuros</a:t>
            </a:r>
            <a:endParaRPr/>
          </a:p>
        </p:txBody>
      </p:sp>
      <p:sp>
        <p:nvSpPr>
          <p:cNvPr id="121" name="Google Shape;121;p15"/>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125" name="Shape 125"/>
        <p:cNvGrpSpPr/>
        <p:nvPr/>
      </p:nvGrpSpPr>
      <p:grpSpPr>
        <a:xfrm>
          <a:off x="0" y="0"/>
          <a:ext cx="0" cy="0"/>
          <a:chOff x="0" y="0"/>
          <a:chExt cx="0" cy="0"/>
        </a:xfrm>
      </p:grpSpPr>
      <p:sp>
        <p:nvSpPr>
          <p:cNvPr id="126" name="Google Shape;126;p16"/>
          <p:cNvSpPr/>
          <p:nvPr/>
        </p:nvSpPr>
        <p:spPr>
          <a:xfrm>
            <a:off x="3058314" y="3956894"/>
            <a:ext cx="1850388" cy="1850388"/>
          </a:xfrm>
          <a:custGeom>
            <a:rect b="b" l="l" r="r" t="t"/>
            <a:pathLst>
              <a:path extrusionOk="0" h="1850388" w="1850388">
                <a:moveTo>
                  <a:pt x="0" y="0"/>
                </a:moveTo>
                <a:lnTo>
                  <a:pt x="1850387" y="0"/>
                </a:lnTo>
                <a:lnTo>
                  <a:pt x="1850387" y="1850387"/>
                </a:lnTo>
                <a:lnTo>
                  <a:pt x="0" y="1850387"/>
                </a:lnTo>
                <a:lnTo>
                  <a:pt x="0" y="0"/>
                </a:lnTo>
                <a:close/>
              </a:path>
            </a:pathLst>
          </a:custGeom>
          <a:blipFill rotWithShape="1">
            <a:blip r:embed="rId3">
              <a:alphaModFix/>
            </a:blip>
            <a:stretch>
              <a:fillRect b="0" l="0" r="0" t="0"/>
            </a:stretch>
          </a:blipFill>
          <a:ln>
            <a:noFill/>
          </a:ln>
        </p:spPr>
      </p:sp>
      <p:sp>
        <p:nvSpPr>
          <p:cNvPr id="127" name="Google Shape;127;p16"/>
          <p:cNvSpPr/>
          <p:nvPr/>
        </p:nvSpPr>
        <p:spPr>
          <a:xfrm>
            <a:off x="8218806" y="3956894"/>
            <a:ext cx="1850388" cy="1850388"/>
          </a:xfrm>
          <a:custGeom>
            <a:rect b="b" l="l" r="r" t="t"/>
            <a:pathLst>
              <a:path extrusionOk="0" h="1850388" w="1850388">
                <a:moveTo>
                  <a:pt x="0" y="0"/>
                </a:moveTo>
                <a:lnTo>
                  <a:pt x="1850388" y="0"/>
                </a:lnTo>
                <a:lnTo>
                  <a:pt x="1850388" y="1850387"/>
                </a:lnTo>
                <a:lnTo>
                  <a:pt x="0" y="1850387"/>
                </a:lnTo>
                <a:lnTo>
                  <a:pt x="0" y="0"/>
                </a:lnTo>
                <a:close/>
              </a:path>
            </a:pathLst>
          </a:custGeom>
          <a:blipFill rotWithShape="1">
            <a:blip r:embed="rId3">
              <a:alphaModFix/>
            </a:blip>
            <a:stretch>
              <a:fillRect b="0" l="0" r="0" t="0"/>
            </a:stretch>
          </a:blipFill>
          <a:ln>
            <a:noFill/>
          </a:ln>
        </p:spPr>
      </p:sp>
      <p:sp>
        <p:nvSpPr>
          <p:cNvPr id="128" name="Google Shape;128;p16"/>
          <p:cNvSpPr/>
          <p:nvPr/>
        </p:nvSpPr>
        <p:spPr>
          <a:xfrm>
            <a:off x="13379299" y="3956894"/>
            <a:ext cx="1850388" cy="1850388"/>
          </a:xfrm>
          <a:custGeom>
            <a:rect b="b" l="l" r="r" t="t"/>
            <a:pathLst>
              <a:path extrusionOk="0" h="1850388" w="1850388">
                <a:moveTo>
                  <a:pt x="0" y="0"/>
                </a:moveTo>
                <a:lnTo>
                  <a:pt x="1850387" y="0"/>
                </a:lnTo>
                <a:lnTo>
                  <a:pt x="1850387" y="1850387"/>
                </a:lnTo>
                <a:lnTo>
                  <a:pt x="0" y="1850387"/>
                </a:lnTo>
                <a:lnTo>
                  <a:pt x="0" y="0"/>
                </a:lnTo>
                <a:close/>
              </a:path>
            </a:pathLst>
          </a:custGeom>
          <a:blipFill rotWithShape="1">
            <a:blip r:embed="rId3">
              <a:alphaModFix/>
            </a:blip>
            <a:stretch>
              <a:fillRect b="0" l="0" r="0" t="0"/>
            </a:stretch>
          </a:blipFill>
          <a:ln>
            <a:noFill/>
          </a:ln>
        </p:spPr>
      </p:sp>
      <p:sp>
        <p:nvSpPr>
          <p:cNvPr id="129" name="Google Shape;129;p16"/>
          <p:cNvSpPr txBox="1"/>
          <p:nvPr/>
        </p:nvSpPr>
        <p:spPr>
          <a:xfrm>
            <a:off x="12239574" y="6477220"/>
            <a:ext cx="4455726" cy="2380717"/>
          </a:xfrm>
          <a:prstGeom prst="rect">
            <a:avLst/>
          </a:prstGeom>
          <a:noFill/>
          <a:ln>
            <a:noFill/>
          </a:ln>
        </p:spPr>
        <p:txBody>
          <a:bodyPr anchorCtr="0" anchor="t" bIns="0" lIns="0" spcFirstLastPara="1" rIns="0" wrap="square" tIns="0">
            <a:spAutoFit/>
          </a:bodyPr>
          <a:lstStyle/>
          <a:p>
            <a:pPr indent="0" lvl="0" marL="0" marR="0" rtl="0" algn="just">
              <a:lnSpc>
                <a:spcPct val="140044"/>
              </a:lnSpc>
              <a:spcBef>
                <a:spcPts val="0"/>
              </a:spcBef>
              <a:spcAft>
                <a:spcPts val="0"/>
              </a:spcAft>
              <a:buNone/>
            </a:pPr>
            <a:r>
              <a:rPr b="0" i="0" lang="en-US" sz="2270" u="none" cap="none" strike="noStrike">
                <a:solidFill>
                  <a:srgbClr val="FFFFFF"/>
                </a:solidFill>
                <a:latin typeface="DM Sans"/>
                <a:ea typeface="DM Sans"/>
                <a:cs typeface="DM Sans"/>
                <a:sym typeface="DM Sans"/>
              </a:rPr>
              <a:t> Ha desarrollado una logística confiable para el envío de productos desde Estados Unidos, lo cual es un valor agregado para clientes internacionales.</a:t>
            </a:r>
            <a:endParaRPr/>
          </a:p>
        </p:txBody>
      </p:sp>
      <p:sp>
        <p:nvSpPr>
          <p:cNvPr id="130" name="Google Shape;130;p16"/>
          <p:cNvSpPr/>
          <p:nvPr/>
        </p:nvSpPr>
        <p:spPr>
          <a:xfrm>
            <a:off x="15765661" y="7796764"/>
            <a:ext cx="2609763" cy="2576548"/>
          </a:xfrm>
          <a:custGeom>
            <a:rect b="b" l="l" r="r" t="t"/>
            <a:pathLst>
              <a:path extrusionOk="0" h="2576548" w="2609763">
                <a:moveTo>
                  <a:pt x="0" y="0"/>
                </a:moveTo>
                <a:lnTo>
                  <a:pt x="2609763" y="0"/>
                </a:lnTo>
                <a:lnTo>
                  <a:pt x="2609763" y="2576547"/>
                </a:lnTo>
                <a:lnTo>
                  <a:pt x="0" y="2576547"/>
                </a:lnTo>
                <a:lnTo>
                  <a:pt x="0" y="0"/>
                </a:lnTo>
                <a:close/>
              </a:path>
            </a:pathLst>
          </a:custGeom>
          <a:blipFill rotWithShape="1">
            <a:blip r:embed="rId4">
              <a:alphaModFix/>
            </a:blip>
            <a:stretch>
              <a:fillRect b="0" l="0" r="0" t="0"/>
            </a:stretch>
          </a:blipFill>
          <a:ln>
            <a:noFill/>
          </a:ln>
        </p:spPr>
      </p:sp>
      <p:sp>
        <p:nvSpPr>
          <p:cNvPr id="131" name="Google Shape;131;p16"/>
          <p:cNvSpPr/>
          <p:nvPr/>
        </p:nvSpPr>
        <p:spPr>
          <a:xfrm rot="10800000">
            <a:off x="-60861" y="0"/>
            <a:ext cx="2277911" cy="2248920"/>
          </a:xfrm>
          <a:custGeom>
            <a:rect b="b" l="l" r="r" t="t"/>
            <a:pathLst>
              <a:path extrusionOk="0" h="2248920" w="2277911">
                <a:moveTo>
                  <a:pt x="2277911" y="2248920"/>
                </a:moveTo>
                <a:lnTo>
                  <a:pt x="0" y="2248920"/>
                </a:lnTo>
                <a:lnTo>
                  <a:pt x="0" y="0"/>
                </a:lnTo>
                <a:lnTo>
                  <a:pt x="2277911" y="0"/>
                </a:lnTo>
                <a:lnTo>
                  <a:pt x="2277911" y="2248920"/>
                </a:lnTo>
                <a:close/>
              </a:path>
            </a:pathLst>
          </a:custGeom>
          <a:blipFill rotWithShape="1">
            <a:blip r:embed="rId4">
              <a:alphaModFix/>
            </a:blip>
            <a:stretch>
              <a:fillRect b="0" l="0" r="0" t="0"/>
            </a:stretch>
          </a:blipFill>
          <a:ln>
            <a:noFill/>
          </a:ln>
        </p:spPr>
      </p:sp>
      <p:sp>
        <p:nvSpPr>
          <p:cNvPr id="132" name="Google Shape;132;p16"/>
          <p:cNvSpPr/>
          <p:nvPr/>
        </p:nvSpPr>
        <p:spPr>
          <a:xfrm>
            <a:off x="13813968" y="4327947"/>
            <a:ext cx="981050" cy="1070590"/>
          </a:xfrm>
          <a:custGeom>
            <a:rect b="b" l="l" r="r" t="t"/>
            <a:pathLst>
              <a:path extrusionOk="0" h="1070590" w="981050">
                <a:moveTo>
                  <a:pt x="0" y="0"/>
                </a:moveTo>
                <a:lnTo>
                  <a:pt x="981050" y="0"/>
                </a:lnTo>
                <a:lnTo>
                  <a:pt x="981050" y="1070590"/>
                </a:lnTo>
                <a:lnTo>
                  <a:pt x="0" y="1070590"/>
                </a:lnTo>
                <a:lnTo>
                  <a:pt x="0" y="0"/>
                </a:lnTo>
                <a:close/>
              </a:path>
            </a:pathLst>
          </a:custGeom>
          <a:blipFill rotWithShape="1">
            <a:blip r:embed="rId5">
              <a:alphaModFix/>
            </a:blip>
            <a:stretch>
              <a:fillRect b="0" l="0" r="0" t="0"/>
            </a:stretch>
          </a:blipFill>
          <a:ln>
            <a:noFill/>
          </a:ln>
        </p:spPr>
      </p:sp>
      <p:sp>
        <p:nvSpPr>
          <p:cNvPr id="133" name="Google Shape;133;p16"/>
          <p:cNvSpPr/>
          <p:nvPr/>
        </p:nvSpPr>
        <p:spPr>
          <a:xfrm>
            <a:off x="8699255" y="4438936"/>
            <a:ext cx="889491" cy="889491"/>
          </a:xfrm>
          <a:custGeom>
            <a:rect b="b" l="l" r="r" t="t"/>
            <a:pathLst>
              <a:path extrusionOk="0" h="889491" w="889491">
                <a:moveTo>
                  <a:pt x="0" y="0"/>
                </a:moveTo>
                <a:lnTo>
                  <a:pt x="889490" y="0"/>
                </a:lnTo>
                <a:lnTo>
                  <a:pt x="889490" y="889491"/>
                </a:lnTo>
                <a:lnTo>
                  <a:pt x="0" y="889491"/>
                </a:lnTo>
                <a:lnTo>
                  <a:pt x="0" y="0"/>
                </a:lnTo>
                <a:close/>
              </a:path>
            </a:pathLst>
          </a:custGeom>
          <a:blipFill rotWithShape="1">
            <a:blip r:embed="rId6">
              <a:alphaModFix/>
            </a:blip>
            <a:stretch>
              <a:fillRect b="0" l="0" r="0" t="0"/>
            </a:stretch>
          </a:blipFill>
          <a:ln>
            <a:noFill/>
          </a:ln>
        </p:spPr>
      </p:sp>
      <p:sp>
        <p:nvSpPr>
          <p:cNvPr id="134" name="Google Shape;134;p16"/>
          <p:cNvSpPr/>
          <p:nvPr/>
        </p:nvSpPr>
        <p:spPr>
          <a:xfrm>
            <a:off x="3301850" y="4554782"/>
            <a:ext cx="1363315" cy="657800"/>
          </a:xfrm>
          <a:custGeom>
            <a:rect b="b" l="l" r="r" t="t"/>
            <a:pathLst>
              <a:path extrusionOk="0" h="657800" w="1363315">
                <a:moveTo>
                  <a:pt x="0" y="0"/>
                </a:moveTo>
                <a:lnTo>
                  <a:pt x="1363315" y="0"/>
                </a:lnTo>
                <a:lnTo>
                  <a:pt x="1363315" y="657800"/>
                </a:lnTo>
                <a:lnTo>
                  <a:pt x="0" y="657800"/>
                </a:lnTo>
                <a:lnTo>
                  <a:pt x="0" y="0"/>
                </a:lnTo>
                <a:close/>
              </a:path>
            </a:pathLst>
          </a:custGeom>
          <a:blipFill rotWithShape="1">
            <a:blip r:embed="rId7">
              <a:alphaModFix/>
            </a:blip>
            <a:stretch>
              <a:fillRect b="0" l="0" r="0" t="0"/>
            </a:stretch>
          </a:blipFill>
          <a:ln>
            <a:noFill/>
          </a:ln>
        </p:spPr>
      </p:sp>
      <p:sp>
        <p:nvSpPr>
          <p:cNvPr id="135" name="Google Shape;135;p16"/>
          <p:cNvSpPr txBox="1"/>
          <p:nvPr/>
        </p:nvSpPr>
        <p:spPr>
          <a:xfrm>
            <a:off x="2752156" y="2296545"/>
            <a:ext cx="12783687" cy="955499"/>
          </a:xfrm>
          <a:prstGeom prst="rect">
            <a:avLst/>
          </a:prstGeom>
          <a:noFill/>
          <a:ln>
            <a:noFill/>
          </a:ln>
        </p:spPr>
        <p:txBody>
          <a:bodyPr anchorCtr="0" anchor="t" bIns="0" lIns="0" spcFirstLastPara="1" rIns="0" wrap="square" tIns="0">
            <a:spAutoFit/>
          </a:bodyPr>
          <a:lstStyle/>
          <a:p>
            <a:pPr indent="0" lvl="0" marL="0" marR="0" rtl="0" algn="ctr">
              <a:lnSpc>
                <a:spcPct val="113999"/>
              </a:lnSpc>
              <a:spcBef>
                <a:spcPts val="0"/>
              </a:spcBef>
              <a:spcAft>
                <a:spcPts val="0"/>
              </a:spcAft>
              <a:buNone/>
            </a:pPr>
            <a:r>
              <a:rPr b="1" i="0" lang="en-US" sz="6643" u="none" cap="none" strike="noStrike">
                <a:solidFill>
                  <a:srgbClr val="FFFFFF"/>
                </a:solidFill>
                <a:latin typeface="Arial"/>
                <a:ea typeface="Arial"/>
                <a:cs typeface="Arial"/>
                <a:sym typeface="Arial"/>
              </a:rPr>
              <a:t>Virtudes de la Empresa</a:t>
            </a:r>
            <a:endParaRPr/>
          </a:p>
        </p:txBody>
      </p:sp>
      <p:sp>
        <p:nvSpPr>
          <p:cNvPr id="136" name="Google Shape;136;p16"/>
          <p:cNvSpPr txBox="1"/>
          <p:nvPr/>
        </p:nvSpPr>
        <p:spPr>
          <a:xfrm>
            <a:off x="1707322" y="6477220"/>
            <a:ext cx="4174756" cy="2380717"/>
          </a:xfrm>
          <a:prstGeom prst="rect">
            <a:avLst/>
          </a:prstGeom>
          <a:noFill/>
          <a:ln>
            <a:noFill/>
          </a:ln>
        </p:spPr>
        <p:txBody>
          <a:bodyPr anchorCtr="0" anchor="t" bIns="0" lIns="0" spcFirstLastPara="1" rIns="0" wrap="square" tIns="0">
            <a:spAutoFit/>
          </a:bodyPr>
          <a:lstStyle/>
          <a:p>
            <a:pPr indent="0" lvl="0" marL="0" marR="0" rtl="0" algn="just">
              <a:lnSpc>
                <a:spcPct val="140044"/>
              </a:lnSpc>
              <a:spcBef>
                <a:spcPts val="0"/>
              </a:spcBef>
              <a:spcAft>
                <a:spcPts val="0"/>
              </a:spcAft>
              <a:buNone/>
            </a:pPr>
            <a:r>
              <a:rPr b="0" i="0" lang="en-US" sz="2270" u="none" cap="none" strike="noStrike">
                <a:solidFill>
                  <a:srgbClr val="FFFFFF"/>
                </a:solidFill>
                <a:latin typeface="DM Sans"/>
                <a:ea typeface="DM Sans"/>
                <a:cs typeface="DM Sans"/>
                <a:sym typeface="DM Sans"/>
              </a:rPr>
              <a:t>Se enfoca en brindar un trato cercano y personalizado a sus clientes, atendiendo sus necesidades específicas y ofreciendo asesoría en cada compra.</a:t>
            </a:r>
            <a:endParaRPr/>
          </a:p>
        </p:txBody>
      </p:sp>
      <p:sp>
        <p:nvSpPr>
          <p:cNvPr id="137" name="Google Shape;137;p16"/>
          <p:cNvSpPr txBox="1"/>
          <p:nvPr/>
        </p:nvSpPr>
        <p:spPr>
          <a:xfrm>
            <a:off x="6903796" y="6477220"/>
            <a:ext cx="4480408" cy="2380717"/>
          </a:xfrm>
          <a:prstGeom prst="rect">
            <a:avLst/>
          </a:prstGeom>
          <a:noFill/>
          <a:ln>
            <a:noFill/>
          </a:ln>
        </p:spPr>
        <p:txBody>
          <a:bodyPr anchorCtr="0" anchor="t" bIns="0" lIns="0" spcFirstLastPara="1" rIns="0" wrap="square" tIns="0">
            <a:spAutoFit/>
          </a:bodyPr>
          <a:lstStyle/>
          <a:p>
            <a:pPr indent="0" lvl="0" marL="0" marR="0" rtl="0" algn="just">
              <a:lnSpc>
                <a:spcPct val="140044"/>
              </a:lnSpc>
              <a:spcBef>
                <a:spcPts val="0"/>
              </a:spcBef>
              <a:spcAft>
                <a:spcPts val="0"/>
              </a:spcAft>
              <a:buNone/>
            </a:pPr>
            <a:r>
              <a:rPr b="0" i="0" lang="en-US" sz="2270" u="none" cap="none" strike="noStrike">
                <a:solidFill>
                  <a:srgbClr val="FFFFFF"/>
                </a:solidFill>
                <a:latin typeface="DM Sans"/>
                <a:ea typeface="DM Sans"/>
                <a:cs typeface="DM Sans"/>
                <a:sym typeface="DM Sans"/>
              </a:rPr>
              <a:t>Ofrece una variedad de productos, adaptándose a las tendencias y preferencias de los clientes, lo que le permite satisfacer diversas necesidades en un solo lugar.</a:t>
            </a:r>
            <a:endParaRPr/>
          </a:p>
        </p:txBody>
      </p:sp>
      <p:sp>
        <p:nvSpPr>
          <p:cNvPr id="138" name="Google Shape;138;p16"/>
          <p:cNvSpPr txBox="1"/>
          <p:nvPr/>
        </p:nvSpPr>
        <p:spPr>
          <a:xfrm>
            <a:off x="1547931" y="5934809"/>
            <a:ext cx="4552372" cy="471129"/>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2826" u="none" cap="none" strike="noStrike">
                <a:solidFill>
                  <a:srgbClr val="FFFFFF"/>
                </a:solidFill>
                <a:latin typeface="DM Sans"/>
                <a:ea typeface="DM Sans"/>
                <a:cs typeface="DM Sans"/>
                <a:sym typeface="DM Sans"/>
              </a:rPr>
              <a:t>Atencion Personalizada</a:t>
            </a:r>
            <a:endParaRPr/>
          </a:p>
        </p:txBody>
      </p:sp>
      <p:sp>
        <p:nvSpPr>
          <p:cNvPr id="139" name="Google Shape;139;p16"/>
          <p:cNvSpPr txBox="1"/>
          <p:nvPr/>
        </p:nvSpPr>
        <p:spPr>
          <a:xfrm>
            <a:off x="6304995" y="5934809"/>
            <a:ext cx="5678009" cy="471129"/>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2826" u="none" cap="none" strike="noStrike">
                <a:solidFill>
                  <a:srgbClr val="FFFFFF"/>
                </a:solidFill>
                <a:latin typeface="DM Sans"/>
                <a:ea typeface="DM Sans"/>
                <a:cs typeface="DM Sans"/>
                <a:sym typeface="DM Sans"/>
              </a:rPr>
              <a:t>Flexibilidad Personalizada</a:t>
            </a:r>
            <a:endParaRPr/>
          </a:p>
        </p:txBody>
      </p:sp>
      <p:sp>
        <p:nvSpPr>
          <p:cNvPr id="140" name="Google Shape;140;p16"/>
          <p:cNvSpPr txBox="1"/>
          <p:nvPr/>
        </p:nvSpPr>
        <p:spPr>
          <a:xfrm>
            <a:off x="11864331" y="5934809"/>
            <a:ext cx="5206212" cy="471129"/>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2826" u="none" cap="none" strike="noStrike">
                <a:solidFill>
                  <a:srgbClr val="FFFFFF"/>
                </a:solidFill>
                <a:latin typeface="DM Sans"/>
                <a:ea typeface="DM Sans"/>
                <a:cs typeface="DM Sans"/>
                <a:sym typeface="DM Sans"/>
              </a:rPr>
              <a:t>Envio Seguro a Nicaragua</a:t>
            </a:r>
            <a:endParaRPr/>
          </a:p>
        </p:txBody>
      </p:sp>
      <p:sp>
        <p:nvSpPr>
          <p:cNvPr id="141" name="Google Shape;141;p16"/>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9</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nvSpPr>
        <p:spPr>
          <a:xfrm>
            <a:off x="150499" y="1316391"/>
            <a:ext cx="17987003" cy="7416093"/>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DESCRIPCIÓN</a:t>
            </a:r>
            <a:endParaRPr/>
          </a:p>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DEL</a:t>
            </a:r>
            <a:endParaRPr/>
          </a:p>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PRODUCTO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150" name="Shape 150"/>
        <p:cNvGrpSpPr/>
        <p:nvPr/>
      </p:nvGrpSpPr>
      <p:grpSpPr>
        <a:xfrm>
          <a:off x="0" y="0"/>
          <a:ext cx="0" cy="0"/>
          <a:chOff x="0" y="0"/>
          <a:chExt cx="0" cy="0"/>
        </a:xfrm>
      </p:grpSpPr>
      <p:grpSp>
        <p:nvGrpSpPr>
          <p:cNvPr id="151" name="Google Shape;151;p18"/>
          <p:cNvGrpSpPr/>
          <p:nvPr/>
        </p:nvGrpSpPr>
        <p:grpSpPr>
          <a:xfrm>
            <a:off x="715834" y="-112637"/>
            <a:ext cx="16856331" cy="9608144"/>
            <a:chOff x="0" y="-238125"/>
            <a:chExt cx="4439528" cy="2530540"/>
          </a:xfrm>
        </p:grpSpPr>
        <p:sp>
          <p:nvSpPr>
            <p:cNvPr id="152" name="Google Shape;152;p18"/>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153" name="Google Shape;153;p18"/>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4" name="Google Shape;154;p18"/>
          <p:cNvSpPr/>
          <p:nvPr/>
        </p:nvSpPr>
        <p:spPr>
          <a:xfrm>
            <a:off x="1358668" y="2572474"/>
            <a:ext cx="3122697" cy="3273509"/>
          </a:xfrm>
          <a:custGeom>
            <a:rect b="b" l="l" r="r" t="t"/>
            <a:pathLst>
              <a:path extrusionOk="0" h="3273509" w="3122697">
                <a:moveTo>
                  <a:pt x="0" y="0"/>
                </a:moveTo>
                <a:lnTo>
                  <a:pt x="3122697" y="0"/>
                </a:lnTo>
                <a:lnTo>
                  <a:pt x="3122697" y="3273509"/>
                </a:lnTo>
                <a:lnTo>
                  <a:pt x="0" y="3273509"/>
                </a:lnTo>
                <a:lnTo>
                  <a:pt x="0" y="0"/>
                </a:lnTo>
                <a:close/>
              </a:path>
            </a:pathLst>
          </a:custGeom>
          <a:blipFill rotWithShape="1">
            <a:blip r:embed="rId3">
              <a:alphaModFix/>
            </a:blip>
            <a:stretch>
              <a:fillRect b="0" l="0" r="0" t="0"/>
            </a:stretch>
          </a:blipFill>
          <a:ln>
            <a:noFill/>
          </a:ln>
        </p:spPr>
      </p:sp>
      <p:sp>
        <p:nvSpPr>
          <p:cNvPr id="155" name="Google Shape;155;p18"/>
          <p:cNvSpPr/>
          <p:nvPr/>
        </p:nvSpPr>
        <p:spPr>
          <a:xfrm>
            <a:off x="1702018" y="6185219"/>
            <a:ext cx="3776443" cy="3073081"/>
          </a:xfrm>
          <a:custGeom>
            <a:rect b="b" l="l" r="r" t="t"/>
            <a:pathLst>
              <a:path extrusionOk="0" h="3073081" w="3776443">
                <a:moveTo>
                  <a:pt x="0" y="0"/>
                </a:moveTo>
                <a:lnTo>
                  <a:pt x="3776443" y="0"/>
                </a:lnTo>
                <a:lnTo>
                  <a:pt x="3776443" y="3073081"/>
                </a:lnTo>
                <a:lnTo>
                  <a:pt x="0" y="3073081"/>
                </a:lnTo>
                <a:lnTo>
                  <a:pt x="0" y="0"/>
                </a:lnTo>
                <a:close/>
              </a:path>
            </a:pathLst>
          </a:custGeom>
          <a:blipFill rotWithShape="1">
            <a:blip r:embed="rId4">
              <a:alphaModFix/>
            </a:blip>
            <a:stretch>
              <a:fillRect b="0" l="0" r="0" t="0"/>
            </a:stretch>
          </a:blipFill>
          <a:ln>
            <a:noFill/>
          </a:ln>
        </p:spPr>
      </p:sp>
      <p:sp>
        <p:nvSpPr>
          <p:cNvPr id="156" name="Google Shape;156;p18"/>
          <p:cNvSpPr/>
          <p:nvPr/>
        </p:nvSpPr>
        <p:spPr>
          <a:xfrm>
            <a:off x="4481365" y="2760416"/>
            <a:ext cx="3423653" cy="3085567"/>
          </a:xfrm>
          <a:custGeom>
            <a:rect b="b" l="l" r="r" t="t"/>
            <a:pathLst>
              <a:path extrusionOk="0" h="3085567" w="3423653">
                <a:moveTo>
                  <a:pt x="0" y="0"/>
                </a:moveTo>
                <a:lnTo>
                  <a:pt x="3423653" y="0"/>
                </a:lnTo>
                <a:lnTo>
                  <a:pt x="3423653" y="3085567"/>
                </a:lnTo>
                <a:lnTo>
                  <a:pt x="0" y="3085567"/>
                </a:lnTo>
                <a:lnTo>
                  <a:pt x="0" y="0"/>
                </a:lnTo>
                <a:close/>
              </a:path>
            </a:pathLst>
          </a:custGeom>
          <a:blipFill rotWithShape="1">
            <a:blip r:embed="rId5">
              <a:alphaModFix/>
            </a:blip>
            <a:stretch>
              <a:fillRect b="0" l="0" r="0" t="0"/>
            </a:stretch>
          </a:blipFill>
          <a:ln>
            <a:noFill/>
          </a:ln>
        </p:spPr>
      </p:sp>
      <p:sp>
        <p:nvSpPr>
          <p:cNvPr id="157" name="Google Shape;157;p18"/>
          <p:cNvSpPr/>
          <p:nvPr/>
        </p:nvSpPr>
        <p:spPr>
          <a:xfrm>
            <a:off x="6193191" y="6185219"/>
            <a:ext cx="4870719" cy="2735720"/>
          </a:xfrm>
          <a:custGeom>
            <a:rect b="b" l="l" r="r" t="t"/>
            <a:pathLst>
              <a:path extrusionOk="0" h="2735720" w="4870719">
                <a:moveTo>
                  <a:pt x="0" y="0"/>
                </a:moveTo>
                <a:lnTo>
                  <a:pt x="4870719" y="0"/>
                </a:lnTo>
                <a:lnTo>
                  <a:pt x="4870719" y="2735721"/>
                </a:lnTo>
                <a:lnTo>
                  <a:pt x="0" y="2735721"/>
                </a:lnTo>
                <a:lnTo>
                  <a:pt x="0" y="0"/>
                </a:lnTo>
                <a:close/>
              </a:path>
            </a:pathLst>
          </a:custGeom>
          <a:blipFill rotWithShape="1">
            <a:blip r:embed="rId6">
              <a:alphaModFix/>
            </a:blip>
            <a:stretch>
              <a:fillRect b="0" l="0" r="0" t="0"/>
            </a:stretch>
          </a:blipFill>
          <a:ln>
            <a:noFill/>
          </a:ln>
        </p:spPr>
      </p:sp>
      <p:sp>
        <p:nvSpPr>
          <p:cNvPr id="158" name="Google Shape;158;p18"/>
          <p:cNvSpPr/>
          <p:nvPr/>
        </p:nvSpPr>
        <p:spPr>
          <a:xfrm>
            <a:off x="12123810" y="2870286"/>
            <a:ext cx="4805522" cy="6050653"/>
          </a:xfrm>
          <a:custGeom>
            <a:rect b="b" l="l" r="r" t="t"/>
            <a:pathLst>
              <a:path extrusionOk="0" h="6050653" w="4805522">
                <a:moveTo>
                  <a:pt x="0" y="0"/>
                </a:moveTo>
                <a:lnTo>
                  <a:pt x="4805522" y="0"/>
                </a:lnTo>
                <a:lnTo>
                  <a:pt x="4805522" y="6050654"/>
                </a:lnTo>
                <a:lnTo>
                  <a:pt x="0" y="6050654"/>
                </a:lnTo>
                <a:lnTo>
                  <a:pt x="0" y="0"/>
                </a:lnTo>
                <a:close/>
              </a:path>
            </a:pathLst>
          </a:custGeom>
          <a:blipFill rotWithShape="1">
            <a:blip r:embed="rId7">
              <a:alphaModFix/>
            </a:blip>
            <a:stretch>
              <a:fillRect b="0" l="-3087" r="-22819" t="0"/>
            </a:stretch>
          </a:blipFill>
          <a:ln>
            <a:noFill/>
          </a:ln>
        </p:spPr>
      </p:sp>
      <p:sp>
        <p:nvSpPr>
          <p:cNvPr id="159" name="Google Shape;159;p18"/>
          <p:cNvSpPr/>
          <p:nvPr/>
        </p:nvSpPr>
        <p:spPr>
          <a:xfrm>
            <a:off x="8628551" y="2870286"/>
            <a:ext cx="3950016" cy="2562573"/>
          </a:xfrm>
          <a:custGeom>
            <a:rect b="b" l="l" r="r" t="t"/>
            <a:pathLst>
              <a:path extrusionOk="0" h="2562573" w="3950016">
                <a:moveTo>
                  <a:pt x="0" y="0"/>
                </a:moveTo>
                <a:lnTo>
                  <a:pt x="3950016" y="0"/>
                </a:lnTo>
                <a:lnTo>
                  <a:pt x="3950016" y="2562573"/>
                </a:lnTo>
                <a:lnTo>
                  <a:pt x="0" y="2562573"/>
                </a:lnTo>
                <a:lnTo>
                  <a:pt x="0" y="0"/>
                </a:lnTo>
                <a:close/>
              </a:path>
            </a:pathLst>
          </a:custGeom>
          <a:blipFill rotWithShape="1">
            <a:blip r:embed="rId8">
              <a:alphaModFix/>
            </a:blip>
            <a:stretch>
              <a:fillRect b="0" l="0" r="0" t="0"/>
            </a:stretch>
          </a:blipFill>
          <a:ln>
            <a:noFill/>
          </a:ln>
        </p:spPr>
      </p:sp>
      <p:sp>
        <p:nvSpPr>
          <p:cNvPr id="160" name="Google Shape;160;p18"/>
          <p:cNvSpPr txBox="1"/>
          <p:nvPr/>
        </p:nvSpPr>
        <p:spPr>
          <a:xfrm>
            <a:off x="805035" y="1317544"/>
            <a:ext cx="16767130"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Evidencias del Producto</a:t>
            </a:r>
            <a:endParaRPr/>
          </a:p>
        </p:txBody>
      </p:sp>
      <p:sp>
        <p:nvSpPr>
          <p:cNvPr id="161" name="Google Shape;161;p18"/>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13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165" name="Shape 165"/>
        <p:cNvGrpSpPr/>
        <p:nvPr/>
      </p:nvGrpSpPr>
      <p:grpSpPr>
        <a:xfrm>
          <a:off x="0" y="0"/>
          <a:ext cx="0" cy="0"/>
          <a:chOff x="0" y="0"/>
          <a:chExt cx="0" cy="0"/>
        </a:xfrm>
      </p:grpSpPr>
      <p:grpSp>
        <p:nvGrpSpPr>
          <p:cNvPr id="166" name="Google Shape;166;p19"/>
          <p:cNvGrpSpPr/>
          <p:nvPr/>
        </p:nvGrpSpPr>
        <p:grpSpPr>
          <a:xfrm>
            <a:off x="715834" y="-112637"/>
            <a:ext cx="16856331" cy="9608144"/>
            <a:chOff x="0" y="-238125"/>
            <a:chExt cx="4439528" cy="2530540"/>
          </a:xfrm>
        </p:grpSpPr>
        <p:sp>
          <p:nvSpPr>
            <p:cNvPr id="167" name="Google Shape;167;p19"/>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168" name="Google Shape;168;p19"/>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9" name="Google Shape;169;p19"/>
          <p:cNvSpPr/>
          <p:nvPr/>
        </p:nvSpPr>
        <p:spPr>
          <a:xfrm>
            <a:off x="3537971" y="2881669"/>
            <a:ext cx="11301259" cy="5043187"/>
          </a:xfrm>
          <a:custGeom>
            <a:rect b="b" l="l" r="r" t="t"/>
            <a:pathLst>
              <a:path extrusionOk="0" h="5043187" w="11301259">
                <a:moveTo>
                  <a:pt x="0" y="0"/>
                </a:moveTo>
                <a:lnTo>
                  <a:pt x="11301259" y="0"/>
                </a:lnTo>
                <a:lnTo>
                  <a:pt x="11301259" y="5043187"/>
                </a:lnTo>
                <a:lnTo>
                  <a:pt x="0" y="5043187"/>
                </a:lnTo>
                <a:lnTo>
                  <a:pt x="0" y="0"/>
                </a:lnTo>
                <a:close/>
              </a:path>
            </a:pathLst>
          </a:custGeom>
          <a:blipFill rotWithShape="1">
            <a:blip r:embed="rId3">
              <a:alphaModFix/>
            </a:blip>
            <a:stretch>
              <a:fillRect b="0" l="0" r="0" t="0"/>
            </a:stretch>
          </a:blipFill>
          <a:ln>
            <a:noFill/>
          </a:ln>
        </p:spPr>
      </p:sp>
      <p:sp>
        <p:nvSpPr>
          <p:cNvPr id="170" name="Google Shape;170;p19"/>
          <p:cNvSpPr txBox="1"/>
          <p:nvPr/>
        </p:nvSpPr>
        <p:spPr>
          <a:xfrm>
            <a:off x="805035" y="1317544"/>
            <a:ext cx="16767130"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Identidad del Producto</a:t>
            </a:r>
            <a:endParaRPr/>
          </a:p>
        </p:txBody>
      </p:sp>
      <p:sp>
        <p:nvSpPr>
          <p:cNvPr id="171" name="Google Shape;171;p19"/>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15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p:nvPr/>
        </p:nvSpPr>
        <p:spPr>
          <a:xfrm>
            <a:off x="8277787" y="3790615"/>
            <a:ext cx="1273355" cy="1273355"/>
          </a:xfrm>
          <a:custGeom>
            <a:rect b="b" l="l" r="r" t="t"/>
            <a:pathLst>
              <a:path extrusionOk="0" h="1273355" w="1273355">
                <a:moveTo>
                  <a:pt x="0" y="0"/>
                </a:moveTo>
                <a:lnTo>
                  <a:pt x="1273356" y="0"/>
                </a:lnTo>
                <a:lnTo>
                  <a:pt x="1273356" y="1273355"/>
                </a:lnTo>
                <a:lnTo>
                  <a:pt x="0" y="1273355"/>
                </a:lnTo>
                <a:lnTo>
                  <a:pt x="0" y="0"/>
                </a:lnTo>
                <a:close/>
              </a:path>
            </a:pathLst>
          </a:custGeom>
          <a:blipFill rotWithShape="1">
            <a:blip r:embed="rId3">
              <a:alphaModFix/>
            </a:blip>
            <a:stretch>
              <a:fillRect b="0" l="0" r="0" t="0"/>
            </a:stretch>
          </a:blipFill>
          <a:ln>
            <a:noFill/>
          </a:ln>
        </p:spPr>
      </p:sp>
      <p:sp>
        <p:nvSpPr>
          <p:cNvPr id="177" name="Google Shape;177;p20"/>
          <p:cNvSpPr txBox="1"/>
          <p:nvPr/>
        </p:nvSpPr>
        <p:spPr>
          <a:xfrm>
            <a:off x="5152703" y="894394"/>
            <a:ext cx="10724005" cy="955499"/>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i="0" lang="en-US" sz="6643" u="none" cap="none" strike="noStrike">
                <a:solidFill>
                  <a:srgbClr val="000000"/>
                </a:solidFill>
                <a:latin typeface="Arial"/>
                <a:ea typeface="Arial"/>
                <a:cs typeface="Arial"/>
                <a:sym typeface="Arial"/>
              </a:rPr>
              <a:t>Público Objetivo</a:t>
            </a:r>
            <a:endParaRPr/>
          </a:p>
        </p:txBody>
      </p:sp>
      <p:sp>
        <p:nvSpPr>
          <p:cNvPr id="178" name="Google Shape;178;p20"/>
          <p:cNvSpPr txBox="1"/>
          <p:nvPr/>
        </p:nvSpPr>
        <p:spPr>
          <a:xfrm>
            <a:off x="2229818" y="4151240"/>
            <a:ext cx="4064943" cy="925073"/>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6400" u="none" cap="none" strike="noStrike">
                <a:solidFill>
                  <a:srgbClr val="000000"/>
                </a:solidFill>
                <a:latin typeface="Arial"/>
                <a:ea typeface="Arial"/>
                <a:cs typeface="Arial"/>
                <a:sym typeface="Arial"/>
              </a:rPr>
              <a:t>18 a 45</a:t>
            </a:r>
            <a:endParaRPr/>
          </a:p>
        </p:txBody>
      </p:sp>
      <p:sp>
        <p:nvSpPr>
          <p:cNvPr id="179" name="Google Shape;179;p20"/>
          <p:cNvSpPr txBox="1"/>
          <p:nvPr/>
        </p:nvSpPr>
        <p:spPr>
          <a:xfrm>
            <a:off x="2229818" y="5341379"/>
            <a:ext cx="4064943" cy="4300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70" u="none" cap="none" strike="noStrike">
                <a:solidFill>
                  <a:srgbClr val="070605"/>
                </a:solidFill>
                <a:latin typeface="DM Sans"/>
                <a:ea typeface="DM Sans"/>
                <a:cs typeface="DM Sans"/>
                <a:sym typeface="DM Sans"/>
              </a:rPr>
              <a:t>Años</a:t>
            </a:r>
            <a:endParaRPr/>
          </a:p>
        </p:txBody>
      </p:sp>
      <p:sp>
        <p:nvSpPr>
          <p:cNvPr id="180" name="Google Shape;180;p20"/>
          <p:cNvSpPr txBox="1"/>
          <p:nvPr/>
        </p:nvSpPr>
        <p:spPr>
          <a:xfrm>
            <a:off x="6881993" y="5341379"/>
            <a:ext cx="4064943" cy="4300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70" u="none" cap="none" strike="noStrike">
                <a:solidFill>
                  <a:srgbClr val="070605"/>
                </a:solidFill>
                <a:latin typeface="DM Sans"/>
                <a:ea typeface="DM Sans"/>
                <a:cs typeface="DM Sans"/>
                <a:sym typeface="DM Sans"/>
              </a:rPr>
              <a:t>Sexo</a:t>
            </a:r>
            <a:endParaRPr/>
          </a:p>
        </p:txBody>
      </p:sp>
      <p:sp>
        <p:nvSpPr>
          <p:cNvPr id="181" name="Google Shape;181;p20"/>
          <p:cNvSpPr txBox="1"/>
          <p:nvPr/>
        </p:nvSpPr>
        <p:spPr>
          <a:xfrm>
            <a:off x="11614292" y="5341379"/>
            <a:ext cx="4064943" cy="4300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70" u="none" cap="none" strike="noStrike">
                <a:solidFill>
                  <a:srgbClr val="070605"/>
                </a:solidFill>
                <a:latin typeface="DM Sans"/>
                <a:ea typeface="DM Sans"/>
                <a:cs typeface="DM Sans"/>
                <a:sym typeface="DM Sans"/>
              </a:rPr>
              <a:t>Nivel Económico </a:t>
            </a:r>
            <a:endParaRPr/>
          </a:p>
        </p:txBody>
      </p:sp>
      <p:sp>
        <p:nvSpPr>
          <p:cNvPr id="182" name="Google Shape;182;p20"/>
          <p:cNvSpPr txBox="1"/>
          <p:nvPr/>
        </p:nvSpPr>
        <p:spPr>
          <a:xfrm>
            <a:off x="11532343" y="3988571"/>
            <a:ext cx="4064943" cy="925068"/>
          </a:xfrm>
          <a:prstGeom prst="rect">
            <a:avLst/>
          </a:prstGeom>
          <a:noFill/>
          <a:ln>
            <a:noFill/>
          </a:ln>
        </p:spPr>
        <p:txBody>
          <a:bodyPr anchorCtr="0" anchor="t" bIns="0" lIns="0" spcFirstLastPara="1" rIns="0" wrap="square" tIns="0">
            <a:spAutoFit/>
          </a:bodyPr>
          <a:lstStyle/>
          <a:p>
            <a:pPr indent="0" lvl="0" marL="0" marR="0" rtl="0" algn="ctr">
              <a:lnSpc>
                <a:spcPct val="114002"/>
              </a:lnSpc>
              <a:spcBef>
                <a:spcPts val="0"/>
              </a:spcBef>
              <a:spcAft>
                <a:spcPts val="0"/>
              </a:spcAft>
              <a:buNone/>
            </a:pPr>
            <a:r>
              <a:rPr b="1" i="0" lang="en-US" sz="6399" u="none" cap="none" strike="noStrike">
                <a:solidFill>
                  <a:srgbClr val="000000"/>
                </a:solidFill>
                <a:latin typeface="Arial"/>
                <a:ea typeface="Arial"/>
                <a:cs typeface="Arial"/>
                <a:sym typeface="Arial"/>
              </a:rPr>
              <a:t>Medio</a:t>
            </a:r>
            <a:endParaRPr/>
          </a:p>
        </p:txBody>
      </p:sp>
      <p:sp>
        <p:nvSpPr>
          <p:cNvPr id="183" name="Google Shape;183;p20"/>
          <p:cNvSpPr txBox="1"/>
          <p:nvPr/>
        </p:nvSpPr>
        <p:spPr>
          <a:xfrm>
            <a:off x="1746835" y="2478543"/>
            <a:ext cx="15512465" cy="87769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570" u="none" cap="none" strike="noStrike">
                <a:solidFill>
                  <a:srgbClr val="070605"/>
                </a:solidFill>
                <a:latin typeface="DM Sans"/>
                <a:ea typeface="DM Sans"/>
                <a:cs typeface="DM Sans"/>
                <a:sym typeface="DM Sans"/>
              </a:rPr>
              <a:t>Ocupación: </a:t>
            </a:r>
            <a:r>
              <a:rPr b="0" i="0" lang="en-US" sz="2570" u="none" cap="none" strike="noStrike">
                <a:solidFill>
                  <a:srgbClr val="070605"/>
                </a:solidFill>
                <a:latin typeface="DM Sans"/>
                <a:ea typeface="DM Sans"/>
                <a:cs typeface="DM Sans"/>
                <a:sym typeface="DM Sans"/>
              </a:rPr>
              <a:t>personas interesadas en productos de calidad y conveniencia, que suelen realizar compras en línea y buscan variedad en artículos para el hogar, moda, y bienestar.</a:t>
            </a:r>
            <a:endParaRPr/>
          </a:p>
        </p:txBody>
      </p:sp>
      <p:sp>
        <p:nvSpPr>
          <p:cNvPr id="184" name="Google Shape;184;p20"/>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18</a:t>
            </a:r>
            <a:endParaRPr/>
          </a:p>
        </p:txBody>
      </p:sp>
      <p:sp>
        <p:nvSpPr>
          <p:cNvPr id="185" name="Google Shape;185;p20"/>
          <p:cNvSpPr txBox="1"/>
          <p:nvPr/>
        </p:nvSpPr>
        <p:spPr>
          <a:xfrm>
            <a:off x="3040431" y="6366972"/>
            <a:ext cx="6462636" cy="613244"/>
          </a:xfrm>
          <a:prstGeom prst="rect">
            <a:avLst/>
          </a:prstGeom>
          <a:noFill/>
          <a:ln>
            <a:noFill/>
          </a:ln>
        </p:spPr>
        <p:txBody>
          <a:bodyPr anchorCtr="0" anchor="t" bIns="0" lIns="0" spcFirstLastPara="1" rIns="0" wrap="square" tIns="0">
            <a:spAutoFit/>
          </a:bodyPr>
          <a:lstStyle/>
          <a:p>
            <a:pPr indent="0" lvl="0" marL="0" marR="0" rtl="0" algn="l">
              <a:lnSpc>
                <a:spcPct val="114001"/>
              </a:lnSpc>
              <a:spcBef>
                <a:spcPts val="0"/>
              </a:spcBef>
              <a:spcAft>
                <a:spcPts val="0"/>
              </a:spcAft>
              <a:buNone/>
            </a:pPr>
            <a:r>
              <a:rPr b="1" i="0" lang="en-US" sz="4228" u="none" cap="none" strike="noStrike">
                <a:solidFill>
                  <a:srgbClr val="000000"/>
                </a:solidFill>
                <a:latin typeface="Arial"/>
                <a:ea typeface="Arial"/>
                <a:cs typeface="Arial"/>
                <a:sym typeface="Arial"/>
              </a:rPr>
              <a:t>Motivaciones</a:t>
            </a:r>
            <a:endParaRPr/>
          </a:p>
        </p:txBody>
      </p:sp>
      <p:sp>
        <p:nvSpPr>
          <p:cNvPr id="186" name="Google Shape;186;p20"/>
          <p:cNvSpPr txBox="1"/>
          <p:nvPr/>
        </p:nvSpPr>
        <p:spPr>
          <a:xfrm>
            <a:off x="1746835" y="7241440"/>
            <a:ext cx="6752818" cy="177304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El público objetivo valora la comodidad de realizar compras en línea con compras seguras de EE.UU., busca productos de calidad y un buen servicio al cliente. </a:t>
            </a:r>
            <a:endParaRPr/>
          </a:p>
        </p:txBody>
      </p:sp>
      <p:sp>
        <p:nvSpPr>
          <p:cNvPr id="187" name="Google Shape;187;p20"/>
          <p:cNvSpPr txBox="1"/>
          <p:nvPr/>
        </p:nvSpPr>
        <p:spPr>
          <a:xfrm>
            <a:off x="11072383" y="6366972"/>
            <a:ext cx="9608648" cy="613258"/>
          </a:xfrm>
          <a:prstGeom prst="rect">
            <a:avLst/>
          </a:prstGeom>
          <a:noFill/>
          <a:ln>
            <a:noFill/>
          </a:ln>
        </p:spPr>
        <p:txBody>
          <a:bodyPr anchorCtr="0" anchor="t" bIns="0" lIns="0" spcFirstLastPara="1" rIns="0" wrap="square" tIns="0">
            <a:spAutoFit/>
          </a:bodyPr>
          <a:lstStyle/>
          <a:p>
            <a:pPr indent="0" lvl="0" marL="0" marR="0" rtl="0" algn="l">
              <a:lnSpc>
                <a:spcPct val="113995"/>
              </a:lnSpc>
              <a:spcBef>
                <a:spcPts val="0"/>
              </a:spcBef>
              <a:spcAft>
                <a:spcPts val="0"/>
              </a:spcAft>
              <a:buNone/>
            </a:pPr>
            <a:r>
              <a:rPr b="1" i="0" lang="en-US" sz="4230" u="none" cap="none" strike="noStrike">
                <a:solidFill>
                  <a:srgbClr val="000000"/>
                </a:solidFill>
                <a:latin typeface="Arial"/>
                <a:ea typeface="Arial"/>
                <a:cs typeface="Arial"/>
                <a:sym typeface="Arial"/>
              </a:rPr>
              <a:t>Hábitos de Vida</a:t>
            </a:r>
            <a:endParaRPr/>
          </a:p>
        </p:txBody>
      </p:sp>
      <p:sp>
        <p:nvSpPr>
          <p:cNvPr id="188" name="Google Shape;188;p20"/>
          <p:cNvSpPr txBox="1"/>
          <p:nvPr/>
        </p:nvSpPr>
        <p:spPr>
          <a:xfrm>
            <a:off x="9551143" y="7241440"/>
            <a:ext cx="7708157" cy="13253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 Suelen preferir la compra de productos prácticos, modernos y calidad-precio, y tienen el hábito de investigar y comparar antes de hacer una compra.</a:t>
            </a:r>
            <a:endParaRPr/>
          </a:p>
        </p:txBody>
      </p:sp>
      <p:sp>
        <p:nvSpPr>
          <p:cNvPr id="189" name="Google Shape;189;p20"/>
          <p:cNvSpPr/>
          <p:nvPr/>
        </p:nvSpPr>
        <p:spPr>
          <a:xfrm rot="-9183395">
            <a:off x="15467437" y="-456607"/>
            <a:ext cx="3583726" cy="1791863"/>
          </a:xfrm>
          <a:custGeom>
            <a:rect b="b" l="l" r="r" t="t"/>
            <a:pathLst>
              <a:path extrusionOk="0" h="1791863" w="3583726">
                <a:moveTo>
                  <a:pt x="0" y="0"/>
                </a:moveTo>
                <a:lnTo>
                  <a:pt x="3583726" y="0"/>
                </a:lnTo>
                <a:lnTo>
                  <a:pt x="3583726" y="1791863"/>
                </a:lnTo>
                <a:lnTo>
                  <a:pt x="0" y="1791863"/>
                </a:lnTo>
                <a:lnTo>
                  <a:pt x="0" y="0"/>
                </a:lnTo>
                <a:close/>
              </a:path>
            </a:pathLst>
          </a:custGeom>
          <a:blipFill rotWithShape="1">
            <a:blip r:embed="rId4">
              <a:alphaModFix/>
            </a:blip>
            <a:stretch>
              <a:fillRect b="0" l="0" r="0" t="0"/>
            </a:stretch>
          </a:blipFill>
          <a:ln>
            <a:noFill/>
          </a:ln>
        </p:spPr>
      </p:sp>
      <p:sp>
        <p:nvSpPr>
          <p:cNvPr id="190" name="Google Shape;190;p20"/>
          <p:cNvSpPr/>
          <p:nvPr/>
        </p:nvSpPr>
        <p:spPr>
          <a:xfrm>
            <a:off x="-2365096" y="8566812"/>
            <a:ext cx="4111931" cy="2055966"/>
          </a:xfrm>
          <a:custGeom>
            <a:rect b="b" l="l" r="r" t="t"/>
            <a:pathLst>
              <a:path extrusionOk="0" h="2055966" w="4111931">
                <a:moveTo>
                  <a:pt x="0" y="0"/>
                </a:moveTo>
                <a:lnTo>
                  <a:pt x="4111931" y="0"/>
                </a:lnTo>
                <a:lnTo>
                  <a:pt x="4111931" y="2055966"/>
                </a:lnTo>
                <a:lnTo>
                  <a:pt x="0" y="205596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txBox="1"/>
          <p:nvPr/>
        </p:nvSpPr>
        <p:spPr>
          <a:xfrm>
            <a:off x="0" y="1316391"/>
            <a:ext cx="17987003" cy="7416093"/>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DESCRIPCIÓN</a:t>
            </a:r>
            <a:endParaRPr/>
          </a:p>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DE LA</a:t>
            </a:r>
            <a:endParaRPr/>
          </a:p>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MARCA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2"/>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sp>
        <p:nvSpPr>
          <p:cNvPr id="201" name="Google Shape;201;p22"/>
          <p:cNvSpPr txBox="1"/>
          <p:nvPr/>
        </p:nvSpPr>
        <p:spPr>
          <a:xfrm>
            <a:off x="1028700" y="914400"/>
            <a:ext cx="12414118" cy="1117219"/>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Introducción</a:t>
            </a:r>
            <a:endParaRPr/>
          </a:p>
        </p:txBody>
      </p:sp>
      <p:sp>
        <p:nvSpPr>
          <p:cNvPr id="202" name="Google Shape;202;p22"/>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20</a:t>
            </a:r>
            <a:endParaRPr/>
          </a:p>
        </p:txBody>
      </p:sp>
      <p:sp>
        <p:nvSpPr>
          <p:cNvPr id="203" name="Google Shape;203;p22"/>
          <p:cNvSpPr txBox="1"/>
          <p:nvPr/>
        </p:nvSpPr>
        <p:spPr>
          <a:xfrm>
            <a:off x="1028700" y="2829324"/>
            <a:ext cx="15900632" cy="49067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A continuación, se presenta la descripción completa de la marca, incluyendo sus variantes, paleta de colores, tipografías, y otros elementos clave de diseño. </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Es importante conocer y definir las variantes del logotipo, ya que garantizan que la marca pueda adaptarse de manera consistente y efectiva a diferentes contextos y plataformas. Las variantes permiten mantener la coherencia visual en aplicaciones como impresiones, medios digitales, productos promocionales, y cualquier otro soporte donde se represente la identidad de la marca.</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Estas versiones están diseñadas para preservar los valores y el reconocimiento de la marca, incluso cuando el espacio o las restricciones técnicas exigen simplificaciones o ajustes en su presentación.</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sp>
        <p:nvSpPr>
          <p:cNvPr id="209" name="Google Shape;209;p23"/>
          <p:cNvSpPr txBox="1"/>
          <p:nvPr/>
        </p:nvSpPr>
        <p:spPr>
          <a:xfrm>
            <a:off x="1028700" y="552325"/>
            <a:ext cx="12414118" cy="1117219"/>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La Marca</a:t>
            </a:r>
            <a:endParaRPr/>
          </a:p>
        </p:txBody>
      </p:sp>
      <p:sp>
        <p:nvSpPr>
          <p:cNvPr id="210" name="Google Shape;210;p23"/>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21</a:t>
            </a:r>
            <a:endParaRPr/>
          </a:p>
        </p:txBody>
      </p:sp>
      <p:sp>
        <p:nvSpPr>
          <p:cNvPr id="211" name="Google Shape;211;p23"/>
          <p:cNvSpPr/>
          <p:nvPr/>
        </p:nvSpPr>
        <p:spPr>
          <a:xfrm>
            <a:off x="12027780" y="2808852"/>
            <a:ext cx="4920601" cy="4633267"/>
          </a:xfrm>
          <a:custGeom>
            <a:rect b="b" l="l" r="r" t="t"/>
            <a:pathLst>
              <a:path extrusionOk="0" h="4633267" w="4920601">
                <a:moveTo>
                  <a:pt x="0" y="0"/>
                </a:moveTo>
                <a:lnTo>
                  <a:pt x="4920602" y="0"/>
                </a:lnTo>
                <a:lnTo>
                  <a:pt x="4920602" y="4633267"/>
                </a:lnTo>
                <a:lnTo>
                  <a:pt x="0" y="4633267"/>
                </a:lnTo>
                <a:lnTo>
                  <a:pt x="0" y="0"/>
                </a:lnTo>
                <a:close/>
              </a:path>
            </a:pathLst>
          </a:custGeom>
          <a:blipFill rotWithShape="1">
            <a:blip r:embed="rId4">
              <a:alphaModFix/>
            </a:blip>
            <a:stretch>
              <a:fillRect b="0" l="0" r="0" t="0"/>
            </a:stretch>
          </a:blipFill>
          <a:ln>
            <a:noFill/>
          </a:ln>
        </p:spPr>
      </p:sp>
      <p:sp>
        <p:nvSpPr>
          <p:cNvPr id="212" name="Google Shape;212;p23"/>
          <p:cNvSpPr txBox="1"/>
          <p:nvPr/>
        </p:nvSpPr>
        <p:spPr>
          <a:xfrm>
            <a:off x="1028700" y="2138941"/>
            <a:ext cx="10027287" cy="66974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La marca de Gerald Shop simboliza una caja en movimiento, lo que simboliza rapidez, eficacia y protección en la entrega de productos. Las líneas laterales proyectan dinamismo y modernidad, fortaleciendo la noción de un servicio ágil y seguro. </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El logotipo de Gerald Shop es un isologotipo, porque combina un símbolo gráfico con el nombre de la marca. Esta mezcla hace que el logotipo sea fácil de reconocer tanto por su imagen como por su nombre.</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Rojo: Representa energía, acción y pasión por brindar un excelente servicio.</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Azul: Transmite confianza, profesionalismo y seguridad, valores esenciales para la marca.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p:nvPr/>
        </p:nvSpPr>
        <p:spPr>
          <a:xfrm>
            <a:off x="1664045" y="2045621"/>
            <a:ext cx="6611799" cy="5370147"/>
          </a:xfrm>
          <a:custGeom>
            <a:rect b="b" l="l" r="r" t="t"/>
            <a:pathLst>
              <a:path extrusionOk="0" h="5370147" w="6611799">
                <a:moveTo>
                  <a:pt x="0" y="0"/>
                </a:moveTo>
                <a:lnTo>
                  <a:pt x="6611799" y="0"/>
                </a:lnTo>
                <a:lnTo>
                  <a:pt x="6611799" y="5370146"/>
                </a:lnTo>
                <a:lnTo>
                  <a:pt x="0" y="5370146"/>
                </a:lnTo>
                <a:lnTo>
                  <a:pt x="0" y="0"/>
                </a:lnTo>
                <a:close/>
              </a:path>
            </a:pathLst>
          </a:custGeom>
          <a:blipFill rotWithShape="1">
            <a:blip r:embed="rId3">
              <a:alphaModFix/>
            </a:blip>
            <a:stretch>
              <a:fillRect b="0" l="0" r="0" t="0"/>
            </a:stretch>
          </a:blipFill>
          <a:ln>
            <a:noFill/>
          </a:ln>
        </p:spPr>
      </p:sp>
      <p:sp>
        <p:nvSpPr>
          <p:cNvPr id="218" name="Google Shape;218;p24"/>
          <p:cNvSpPr/>
          <p:nvPr/>
        </p:nvSpPr>
        <p:spPr>
          <a:xfrm>
            <a:off x="9645583" y="2045621"/>
            <a:ext cx="6644781" cy="5671186"/>
          </a:xfrm>
          <a:custGeom>
            <a:rect b="b" l="l" r="r" t="t"/>
            <a:pathLst>
              <a:path extrusionOk="0" h="5671186" w="6644781">
                <a:moveTo>
                  <a:pt x="0" y="0"/>
                </a:moveTo>
                <a:lnTo>
                  <a:pt x="6644780" y="0"/>
                </a:lnTo>
                <a:lnTo>
                  <a:pt x="6644780" y="5671186"/>
                </a:lnTo>
                <a:lnTo>
                  <a:pt x="0" y="5671186"/>
                </a:lnTo>
                <a:lnTo>
                  <a:pt x="0" y="0"/>
                </a:lnTo>
                <a:close/>
              </a:path>
            </a:pathLst>
          </a:custGeom>
          <a:blipFill rotWithShape="1">
            <a:blip r:embed="rId4">
              <a:alphaModFix/>
            </a:blip>
            <a:stretch>
              <a:fillRect b="0" l="0" r="0" t="0"/>
            </a:stretch>
          </a:blipFill>
          <a:ln>
            <a:noFill/>
          </a:ln>
        </p:spPr>
      </p:sp>
      <p:sp>
        <p:nvSpPr>
          <p:cNvPr id="219" name="Google Shape;219;p24"/>
          <p:cNvSpPr txBox="1"/>
          <p:nvPr/>
        </p:nvSpPr>
        <p:spPr>
          <a:xfrm>
            <a:off x="2429028" y="7368142"/>
            <a:ext cx="16230600"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Cuadrícula de Construcción </a:t>
            </a:r>
            <a:endParaRPr/>
          </a:p>
        </p:txBody>
      </p:sp>
      <p:sp>
        <p:nvSpPr>
          <p:cNvPr id="220" name="Google Shape;220;p24"/>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22</a:t>
            </a:r>
            <a:endParaRPr/>
          </a:p>
        </p:txBody>
      </p:sp>
      <p:sp>
        <p:nvSpPr>
          <p:cNvPr id="221" name="Google Shape;221;p24"/>
          <p:cNvSpPr txBox="1"/>
          <p:nvPr/>
        </p:nvSpPr>
        <p:spPr>
          <a:xfrm>
            <a:off x="11580470" y="7368142"/>
            <a:ext cx="3582888" cy="4300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70" u="none" cap="none" strike="noStrike">
                <a:solidFill>
                  <a:srgbClr val="000000"/>
                </a:solidFill>
                <a:latin typeface="Arial"/>
                <a:ea typeface="Arial"/>
                <a:cs typeface="Arial"/>
                <a:sym typeface="Arial"/>
              </a:rPr>
              <a:t>Marca de Protección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p:nvPr/>
        </p:nvSpPr>
        <p:spPr>
          <a:xfrm>
            <a:off x="1358668" y="3164292"/>
            <a:ext cx="3791090" cy="3569713"/>
          </a:xfrm>
          <a:custGeom>
            <a:rect b="b" l="l" r="r" t="t"/>
            <a:pathLst>
              <a:path extrusionOk="0" h="3569713" w="3791090">
                <a:moveTo>
                  <a:pt x="0" y="0"/>
                </a:moveTo>
                <a:lnTo>
                  <a:pt x="3791091" y="0"/>
                </a:lnTo>
                <a:lnTo>
                  <a:pt x="3791091" y="3569713"/>
                </a:lnTo>
                <a:lnTo>
                  <a:pt x="0" y="3569713"/>
                </a:lnTo>
                <a:lnTo>
                  <a:pt x="0" y="0"/>
                </a:lnTo>
                <a:close/>
              </a:path>
            </a:pathLst>
          </a:custGeom>
          <a:blipFill rotWithShape="1">
            <a:blip r:embed="rId3">
              <a:alphaModFix/>
            </a:blip>
            <a:stretch>
              <a:fillRect b="0" l="0" r="0" t="0"/>
            </a:stretch>
          </a:blipFill>
          <a:ln>
            <a:noFill/>
          </a:ln>
        </p:spPr>
      </p:sp>
      <p:sp>
        <p:nvSpPr>
          <p:cNvPr id="227" name="Google Shape;227;p25"/>
          <p:cNvSpPr txBox="1"/>
          <p:nvPr/>
        </p:nvSpPr>
        <p:spPr>
          <a:xfrm>
            <a:off x="1028700" y="552325"/>
            <a:ext cx="12414118" cy="1117237"/>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Variantes de la Marca</a:t>
            </a:r>
            <a:endParaRPr/>
          </a:p>
        </p:txBody>
      </p:sp>
      <p:sp>
        <p:nvSpPr>
          <p:cNvPr id="228" name="Google Shape;228;p25"/>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23</a:t>
            </a:r>
            <a:endParaRPr/>
          </a:p>
        </p:txBody>
      </p:sp>
      <p:sp>
        <p:nvSpPr>
          <p:cNvPr id="229" name="Google Shape;229;p25"/>
          <p:cNvSpPr txBox="1"/>
          <p:nvPr/>
        </p:nvSpPr>
        <p:spPr>
          <a:xfrm>
            <a:off x="6743292" y="7122501"/>
            <a:ext cx="9533637"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Color Institucional Rojo</a:t>
            </a:r>
            <a:endParaRPr/>
          </a:p>
        </p:txBody>
      </p:sp>
      <p:sp>
        <p:nvSpPr>
          <p:cNvPr id="230" name="Google Shape;230;p25"/>
          <p:cNvSpPr txBox="1"/>
          <p:nvPr/>
        </p:nvSpPr>
        <p:spPr>
          <a:xfrm>
            <a:off x="12162514" y="7122501"/>
            <a:ext cx="9533637"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Color Institucional Azul Oscuro</a:t>
            </a:r>
            <a:endParaRPr/>
          </a:p>
        </p:txBody>
      </p:sp>
      <p:sp>
        <p:nvSpPr>
          <p:cNvPr id="231" name="Google Shape;231;p25"/>
          <p:cNvSpPr/>
          <p:nvPr/>
        </p:nvSpPr>
        <p:spPr>
          <a:xfrm>
            <a:off x="6743292" y="3267219"/>
            <a:ext cx="4446325" cy="3505006"/>
          </a:xfrm>
          <a:custGeom>
            <a:rect b="b" l="l" r="r" t="t"/>
            <a:pathLst>
              <a:path extrusionOk="0" h="3505006" w="4446325">
                <a:moveTo>
                  <a:pt x="0" y="0"/>
                </a:moveTo>
                <a:lnTo>
                  <a:pt x="4446325" y="0"/>
                </a:lnTo>
                <a:lnTo>
                  <a:pt x="4446325" y="3505006"/>
                </a:lnTo>
                <a:lnTo>
                  <a:pt x="0" y="3505006"/>
                </a:lnTo>
                <a:lnTo>
                  <a:pt x="0" y="0"/>
                </a:lnTo>
                <a:close/>
              </a:path>
            </a:pathLst>
          </a:custGeom>
          <a:blipFill rotWithShape="1">
            <a:blip r:embed="rId4">
              <a:alphaModFix/>
            </a:blip>
            <a:stretch>
              <a:fillRect b="0" l="0" r="-97691" t="0"/>
            </a:stretch>
          </a:blipFill>
          <a:ln>
            <a:noFill/>
          </a:ln>
        </p:spPr>
      </p:sp>
      <p:sp>
        <p:nvSpPr>
          <p:cNvPr id="232" name="Google Shape;232;p25"/>
          <p:cNvSpPr/>
          <p:nvPr/>
        </p:nvSpPr>
        <p:spPr>
          <a:xfrm>
            <a:off x="12193506" y="3305439"/>
            <a:ext cx="4414982" cy="3428566"/>
          </a:xfrm>
          <a:custGeom>
            <a:rect b="b" l="l" r="r" t="t"/>
            <a:pathLst>
              <a:path extrusionOk="0" h="3428566" w="4414982">
                <a:moveTo>
                  <a:pt x="0" y="0"/>
                </a:moveTo>
                <a:lnTo>
                  <a:pt x="4414983" y="0"/>
                </a:lnTo>
                <a:lnTo>
                  <a:pt x="4414983" y="3428566"/>
                </a:lnTo>
                <a:lnTo>
                  <a:pt x="0" y="3428566"/>
                </a:lnTo>
                <a:lnTo>
                  <a:pt x="0" y="0"/>
                </a:lnTo>
                <a:close/>
              </a:path>
            </a:pathLst>
          </a:custGeom>
          <a:blipFill rotWithShape="1">
            <a:blip r:embed="rId4">
              <a:alphaModFix/>
            </a:blip>
            <a:stretch>
              <a:fillRect b="0" l="-94750" r="0" t="0"/>
            </a:stretch>
          </a:blipFill>
          <a:ln>
            <a:noFill/>
          </a:ln>
        </p:spPr>
      </p:sp>
      <p:sp>
        <p:nvSpPr>
          <p:cNvPr id="233" name="Google Shape;233;p25"/>
          <p:cNvSpPr txBox="1"/>
          <p:nvPr/>
        </p:nvSpPr>
        <p:spPr>
          <a:xfrm>
            <a:off x="1358668" y="7089862"/>
            <a:ext cx="9533637" cy="87769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Colores Institucionales </a:t>
            </a:r>
            <a:endParaRPr/>
          </a:p>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Rojo y Azul Oscuro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p:nvPr/>
        </p:nvSpPr>
        <p:spPr>
          <a:xfrm>
            <a:off x="2869372" y="2481255"/>
            <a:ext cx="5882218" cy="5477815"/>
          </a:xfrm>
          <a:custGeom>
            <a:rect b="b" l="l" r="r" t="t"/>
            <a:pathLst>
              <a:path extrusionOk="0" h="5477815" w="5882218">
                <a:moveTo>
                  <a:pt x="0" y="0"/>
                </a:moveTo>
                <a:lnTo>
                  <a:pt x="5882218" y="0"/>
                </a:lnTo>
                <a:lnTo>
                  <a:pt x="5882218" y="5477816"/>
                </a:lnTo>
                <a:lnTo>
                  <a:pt x="0" y="5477816"/>
                </a:lnTo>
                <a:lnTo>
                  <a:pt x="0" y="0"/>
                </a:lnTo>
                <a:close/>
              </a:path>
            </a:pathLst>
          </a:custGeom>
          <a:blipFill rotWithShape="1">
            <a:blip r:embed="rId3">
              <a:alphaModFix/>
            </a:blip>
            <a:stretch>
              <a:fillRect b="0" l="0" r="0" t="0"/>
            </a:stretch>
          </a:blipFill>
          <a:ln>
            <a:noFill/>
          </a:ln>
        </p:spPr>
      </p:sp>
      <p:sp>
        <p:nvSpPr>
          <p:cNvPr id="239" name="Google Shape;239;p26"/>
          <p:cNvSpPr/>
          <p:nvPr/>
        </p:nvSpPr>
        <p:spPr>
          <a:xfrm>
            <a:off x="9950314" y="2240393"/>
            <a:ext cx="6521269" cy="5922018"/>
          </a:xfrm>
          <a:custGeom>
            <a:rect b="b" l="l" r="r" t="t"/>
            <a:pathLst>
              <a:path extrusionOk="0" h="5922018" w="6521269">
                <a:moveTo>
                  <a:pt x="0" y="0"/>
                </a:moveTo>
                <a:lnTo>
                  <a:pt x="6521269" y="0"/>
                </a:lnTo>
                <a:lnTo>
                  <a:pt x="6521269" y="5922017"/>
                </a:lnTo>
                <a:lnTo>
                  <a:pt x="0" y="5922017"/>
                </a:lnTo>
                <a:lnTo>
                  <a:pt x="0" y="0"/>
                </a:lnTo>
                <a:close/>
              </a:path>
            </a:pathLst>
          </a:custGeom>
          <a:blipFill rotWithShape="1">
            <a:blip r:embed="rId4">
              <a:alphaModFix/>
            </a:blip>
            <a:stretch>
              <a:fillRect b="0" l="0" r="0" t="0"/>
            </a:stretch>
          </a:blipFill>
          <a:ln>
            <a:noFill/>
          </a:ln>
        </p:spPr>
      </p:sp>
      <p:sp>
        <p:nvSpPr>
          <p:cNvPr id="240" name="Google Shape;240;p26"/>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24</a:t>
            </a:r>
            <a:endParaRPr/>
          </a:p>
        </p:txBody>
      </p:sp>
      <p:sp>
        <p:nvSpPr>
          <p:cNvPr id="241" name="Google Shape;241;p26"/>
          <p:cNvSpPr txBox="1"/>
          <p:nvPr/>
        </p:nvSpPr>
        <p:spPr>
          <a:xfrm>
            <a:off x="4845182" y="7732388"/>
            <a:ext cx="12414118"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Positivo</a:t>
            </a:r>
            <a:endParaRPr/>
          </a:p>
        </p:txBody>
      </p:sp>
      <p:sp>
        <p:nvSpPr>
          <p:cNvPr id="242" name="Google Shape;242;p26"/>
          <p:cNvSpPr txBox="1"/>
          <p:nvPr/>
        </p:nvSpPr>
        <p:spPr>
          <a:xfrm>
            <a:off x="11810717" y="7732388"/>
            <a:ext cx="12414118"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Negativo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sp>
        <p:nvSpPr>
          <p:cNvPr id="248" name="Google Shape;248;p27"/>
          <p:cNvSpPr txBox="1"/>
          <p:nvPr/>
        </p:nvSpPr>
        <p:spPr>
          <a:xfrm>
            <a:off x="1028700" y="914400"/>
            <a:ext cx="12414118" cy="1117219"/>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Colores</a:t>
            </a:r>
            <a:endParaRPr/>
          </a:p>
        </p:txBody>
      </p:sp>
      <p:sp>
        <p:nvSpPr>
          <p:cNvPr id="249" name="Google Shape;249;p27"/>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25</a:t>
            </a:r>
            <a:endParaRPr/>
          </a:p>
        </p:txBody>
      </p:sp>
      <p:sp>
        <p:nvSpPr>
          <p:cNvPr id="250" name="Google Shape;250;p27"/>
          <p:cNvSpPr txBox="1"/>
          <p:nvPr/>
        </p:nvSpPr>
        <p:spPr>
          <a:xfrm>
            <a:off x="5551980" y="4991743"/>
            <a:ext cx="3019804" cy="1887982"/>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b="0" i="0" lang="en-US" sz="2169" u="none" cap="none" strike="noStrike">
                <a:solidFill>
                  <a:srgbClr val="070605"/>
                </a:solidFill>
                <a:latin typeface="Open Sans"/>
                <a:ea typeface="Open Sans"/>
                <a:cs typeface="Open Sans"/>
                <a:sym typeface="Open Sans"/>
              </a:rPr>
              <a:t>Color Principal: (Rojo)</a:t>
            </a:r>
            <a:endParaRPr/>
          </a:p>
          <a:p>
            <a:pPr indent="0" lvl="0" marL="0" marR="0" rtl="0" algn="just">
              <a:lnSpc>
                <a:spcPct val="140018"/>
              </a:lnSpc>
              <a:spcBef>
                <a:spcPts val="0"/>
              </a:spcBef>
              <a:spcAft>
                <a:spcPts val="0"/>
              </a:spcAft>
              <a:buNone/>
            </a:pPr>
            <a:r>
              <a:rPr b="0" i="0" lang="en-US" sz="2169" u="none" cap="none" strike="noStrike">
                <a:solidFill>
                  <a:srgbClr val="070605"/>
                </a:solidFill>
                <a:latin typeface="Open Sans"/>
                <a:ea typeface="Open Sans"/>
                <a:cs typeface="Open Sans"/>
                <a:sym typeface="Open Sans"/>
              </a:rPr>
              <a:t>HEX: #E63138</a:t>
            </a:r>
            <a:endParaRPr/>
          </a:p>
          <a:p>
            <a:pPr indent="0" lvl="0" marL="0" marR="0" rtl="0" algn="just">
              <a:lnSpc>
                <a:spcPct val="140018"/>
              </a:lnSpc>
              <a:spcBef>
                <a:spcPts val="0"/>
              </a:spcBef>
              <a:spcAft>
                <a:spcPts val="0"/>
              </a:spcAft>
              <a:buNone/>
            </a:pPr>
            <a:r>
              <a:rPr b="0" i="0" lang="en-US" sz="2169" u="none" cap="none" strike="noStrike">
                <a:solidFill>
                  <a:srgbClr val="070605"/>
                </a:solidFill>
                <a:latin typeface="Open Sans"/>
                <a:ea typeface="Open Sans"/>
                <a:cs typeface="Open Sans"/>
                <a:sym typeface="Open Sans"/>
              </a:rPr>
              <a:t>RGB: (230, 49, 56)</a:t>
            </a:r>
            <a:endParaRPr/>
          </a:p>
          <a:p>
            <a:pPr indent="0" lvl="0" marL="0" marR="0" rtl="0" algn="just">
              <a:lnSpc>
                <a:spcPct val="140018"/>
              </a:lnSpc>
              <a:spcBef>
                <a:spcPts val="0"/>
              </a:spcBef>
              <a:spcAft>
                <a:spcPts val="0"/>
              </a:spcAft>
              <a:buNone/>
            </a:pPr>
            <a:r>
              <a:rPr b="0" i="0" lang="en-US" sz="2169" u="none" cap="none" strike="noStrike">
                <a:solidFill>
                  <a:srgbClr val="070605"/>
                </a:solidFill>
                <a:latin typeface="Open Sans"/>
                <a:ea typeface="Open Sans"/>
                <a:cs typeface="Open Sans"/>
                <a:sym typeface="Open Sans"/>
              </a:rPr>
              <a:t>CMYK: (0, 79, 76, 10)</a:t>
            </a:r>
            <a:endParaRPr/>
          </a:p>
          <a:p>
            <a:pPr indent="0" lvl="0" marL="0" marR="0" rtl="0" algn="just">
              <a:lnSpc>
                <a:spcPct val="140018"/>
              </a:lnSpc>
              <a:spcBef>
                <a:spcPts val="0"/>
              </a:spcBef>
              <a:spcAft>
                <a:spcPts val="0"/>
              </a:spcAft>
              <a:buNone/>
            </a:pPr>
            <a:r>
              <a:t/>
            </a:r>
            <a:endParaRPr b="0" i="0" sz="2169" u="none" cap="none" strike="noStrike">
              <a:solidFill>
                <a:srgbClr val="070605"/>
              </a:solidFill>
              <a:latin typeface="Open Sans"/>
              <a:ea typeface="Open Sans"/>
              <a:cs typeface="Open Sans"/>
              <a:sym typeface="Open Sans"/>
            </a:endParaRPr>
          </a:p>
        </p:txBody>
      </p:sp>
      <p:sp>
        <p:nvSpPr>
          <p:cNvPr id="251" name="Google Shape;251;p27"/>
          <p:cNvSpPr txBox="1"/>
          <p:nvPr/>
        </p:nvSpPr>
        <p:spPr>
          <a:xfrm>
            <a:off x="10467711" y="5005080"/>
            <a:ext cx="4159675" cy="1874646"/>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None/>
            </a:pPr>
            <a:r>
              <a:rPr b="0" i="0" lang="en-US" sz="2171" u="none" cap="none" strike="noStrike">
                <a:solidFill>
                  <a:srgbClr val="070605"/>
                </a:solidFill>
                <a:latin typeface="Open Sans"/>
                <a:ea typeface="Open Sans"/>
                <a:cs typeface="Open Sans"/>
                <a:sym typeface="Open Sans"/>
              </a:rPr>
              <a:t>Color secundario: (Azul Oscuro)</a:t>
            </a:r>
            <a:endParaRPr/>
          </a:p>
          <a:p>
            <a:pPr indent="0" lvl="0" marL="0" marR="0" rtl="0" algn="just">
              <a:lnSpc>
                <a:spcPct val="140027"/>
              </a:lnSpc>
              <a:spcBef>
                <a:spcPts val="0"/>
              </a:spcBef>
              <a:spcAft>
                <a:spcPts val="0"/>
              </a:spcAft>
              <a:buNone/>
            </a:pPr>
            <a:r>
              <a:rPr b="0" i="0" lang="en-US" sz="2171" u="none" cap="none" strike="noStrike">
                <a:solidFill>
                  <a:srgbClr val="070605"/>
                </a:solidFill>
                <a:latin typeface="Open Sans"/>
                <a:ea typeface="Open Sans"/>
                <a:cs typeface="Open Sans"/>
                <a:sym typeface="Open Sans"/>
              </a:rPr>
              <a:t>HEX: #102A41</a:t>
            </a:r>
            <a:endParaRPr/>
          </a:p>
          <a:p>
            <a:pPr indent="0" lvl="0" marL="0" marR="0" rtl="0" algn="just">
              <a:lnSpc>
                <a:spcPct val="140027"/>
              </a:lnSpc>
              <a:spcBef>
                <a:spcPts val="0"/>
              </a:spcBef>
              <a:spcAft>
                <a:spcPts val="0"/>
              </a:spcAft>
              <a:buNone/>
            </a:pPr>
            <a:r>
              <a:rPr b="0" i="0" lang="en-US" sz="2171" u="none" cap="none" strike="noStrike">
                <a:solidFill>
                  <a:srgbClr val="070605"/>
                </a:solidFill>
                <a:latin typeface="Open Sans"/>
                <a:ea typeface="Open Sans"/>
                <a:cs typeface="Open Sans"/>
                <a:sym typeface="Open Sans"/>
              </a:rPr>
              <a:t>RGB: (16, 42, 65)</a:t>
            </a:r>
            <a:endParaRPr/>
          </a:p>
          <a:p>
            <a:pPr indent="0" lvl="0" marL="0" marR="0" rtl="0" algn="just">
              <a:lnSpc>
                <a:spcPct val="140027"/>
              </a:lnSpc>
              <a:spcBef>
                <a:spcPts val="0"/>
              </a:spcBef>
              <a:spcAft>
                <a:spcPts val="0"/>
              </a:spcAft>
              <a:buNone/>
            </a:pPr>
            <a:r>
              <a:rPr b="0" i="0" lang="en-US" sz="2171" u="none" cap="none" strike="noStrike">
                <a:solidFill>
                  <a:srgbClr val="070605"/>
                </a:solidFill>
                <a:latin typeface="Open Sans"/>
                <a:ea typeface="Open Sans"/>
                <a:cs typeface="Open Sans"/>
                <a:sym typeface="Open Sans"/>
              </a:rPr>
              <a:t>CMYK: (75, 35, 0, 75)</a:t>
            </a:r>
            <a:endParaRPr/>
          </a:p>
          <a:p>
            <a:pPr indent="0" lvl="0" marL="0" marR="0" rtl="0" algn="just">
              <a:lnSpc>
                <a:spcPct val="140027"/>
              </a:lnSpc>
              <a:spcBef>
                <a:spcPts val="0"/>
              </a:spcBef>
              <a:spcAft>
                <a:spcPts val="0"/>
              </a:spcAft>
              <a:buNone/>
            </a:pPr>
            <a:r>
              <a:t/>
            </a:r>
            <a:endParaRPr b="0" i="0" sz="2171" u="none" cap="none" strike="noStrike">
              <a:solidFill>
                <a:srgbClr val="070605"/>
              </a:solidFill>
              <a:latin typeface="Open Sans"/>
              <a:ea typeface="Open Sans"/>
              <a:cs typeface="Open Sans"/>
              <a:sym typeface="Open Sans"/>
            </a:endParaRPr>
          </a:p>
        </p:txBody>
      </p:sp>
      <p:grpSp>
        <p:nvGrpSpPr>
          <p:cNvPr id="252" name="Google Shape;252;p27"/>
          <p:cNvGrpSpPr/>
          <p:nvPr/>
        </p:nvGrpSpPr>
        <p:grpSpPr>
          <a:xfrm>
            <a:off x="4802306" y="3937760"/>
            <a:ext cx="4519152" cy="3318202"/>
            <a:chOff x="0" y="-38100"/>
            <a:chExt cx="1308672" cy="960897"/>
          </a:xfrm>
        </p:grpSpPr>
        <p:sp>
          <p:nvSpPr>
            <p:cNvPr id="253" name="Google Shape;253;p27"/>
            <p:cNvSpPr/>
            <p:nvPr/>
          </p:nvSpPr>
          <p:spPr>
            <a:xfrm>
              <a:off x="0" y="0"/>
              <a:ext cx="1308672" cy="922797"/>
            </a:xfrm>
            <a:custGeom>
              <a:rect b="b" l="l" r="r" t="t"/>
              <a:pathLst>
                <a:path extrusionOk="0" h="922797" w="1308672">
                  <a:moveTo>
                    <a:pt x="0" y="0"/>
                  </a:moveTo>
                  <a:lnTo>
                    <a:pt x="1308672" y="0"/>
                  </a:lnTo>
                  <a:lnTo>
                    <a:pt x="1308672" y="922797"/>
                  </a:lnTo>
                  <a:lnTo>
                    <a:pt x="0" y="922797"/>
                  </a:lnTo>
                  <a:close/>
                </a:path>
              </a:pathLst>
            </a:custGeom>
            <a:solidFill>
              <a:srgbClr val="000000">
                <a:alpha val="0"/>
              </a:srgbClr>
            </a:solidFill>
            <a:ln cap="sq" cmpd="sng" w="38100">
              <a:solidFill>
                <a:srgbClr val="070605"/>
              </a:solidFill>
              <a:prstDash val="solid"/>
              <a:miter lim="8000"/>
              <a:headEnd len="sm" w="sm" type="none"/>
              <a:tailEnd len="sm" w="sm" type="none"/>
            </a:ln>
          </p:spPr>
        </p:sp>
        <p:sp>
          <p:nvSpPr>
            <p:cNvPr id="254" name="Google Shape;254;p27"/>
            <p:cNvSpPr txBox="1"/>
            <p:nvPr/>
          </p:nvSpPr>
          <p:spPr>
            <a:xfrm>
              <a:off x="0" y="-38100"/>
              <a:ext cx="1308672" cy="960897"/>
            </a:xfrm>
            <a:prstGeom prst="rect">
              <a:avLst/>
            </a:prstGeom>
            <a:noFill/>
            <a:ln>
              <a:noFill/>
            </a:ln>
          </p:spPr>
          <p:txBody>
            <a:bodyPr anchorCtr="0" anchor="ctr" bIns="50800" lIns="50800" spcFirstLastPara="1" rIns="50800" wrap="square" tIns="50800">
              <a:noAutofit/>
            </a:bodyPr>
            <a:lstStyle/>
            <a:p>
              <a:pPr indent="0" lvl="0" marL="0" marR="0" rtl="0" algn="ctr">
                <a:lnSpc>
                  <a:spcPct val="204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5" name="Google Shape;255;p27"/>
          <p:cNvGrpSpPr/>
          <p:nvPr/>
        </p:nvGrpSpPr>
        <p:grpSpPr>
          <a:xfrm>
            <a:off x="5961518" y="1916969"/>
            <a:ext cx="2200727" cy="2892885"/>
            <a:chOff x="0" y="-228600"/>
            <a:chExt cx="579615" cy="761912"/>
          </a:xfrm>
        </p:grpSpPr>
        <p:sp>
          <p:nvSpPr>
            <p:cNvPr id="256" name="Google Shape;256;p27"/>
            <p:cNvSpPr/>
            <p:nvPr/>
          </p:nvSpPr>
          <p:spPr>
            <a:xfrm>
              <a:off x="0" y="0"/>
              <a:ext cx="579615" cy="533312"/>
            </a:xfrm>
            <a:custGeom>
              <a:rect b="b" l="l" r="r" t="t"/>
              <a:pathLst>
                <a:path extrusionOk="0" h="533312" w="579615">
                  <a:moveTo>
                    <a:pt x="0" y="0"/>
                  </a:moveTo>
                  <a:lnTo>
                    <a:pt x="579615" y="0"/>
                  </a:lnTo>
                  <a:lnTo>
                    <a:pt x="579615" y="533312"/>
                  </a:lnTo>
                  <a:lnTo>
                    <a:pt x="0" y="533312"/>
                  </a:lnTo>
                  <a:close/>
                </a:path>
              </a:pathLst>
            </a:custGeom>
            <a:solidFill>
              <a:srgbClr val="E43134"/>
            </a:solidFill>
            <a:ln>
              <a:noFill/>
            </a:ln>
          </p:spPr>
        </p:sp>
        <p:sp>
          <p:nvSpPr>
            <p:cNvPr id="257" name="Google Shape;257;p27"/>
            <p:cNvSpPr txBox="1"/>
            <p:nvPr/>
          </p:nvSpPr>
          <p:spPr>
            <a:xfrm>
              <a:off x="0" y="-228600"/>
              <a:ext cx="579615" cy="761912"/>
            </a:xfrm>
            <a:prstGeom prst="rect">
              <a:avLst/>
            </a:prstGeom>
            <a:noFill/>
            <a:ln>
              <a:noFill/>
            </a:ln>
          </p:spPr>
          <p:txBody>
            <a:bodyPr anchorCtr="0" anchor="ctr" bIns="0" lIns="0" spcFirstLastPara="1" rIns="0" wrap="square" tIns="0">
              <a:noAutofit/>
            </a:bodyPr>
            <a:lstStyle/>
            <a:p>
              <a:pPr indent="0" lvl="0" marL="0" marR="0" rtl="0" algn="ctr">
                <a:lnSpc>
                  <a:spcPct val="1160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27"/>
          <p:cNvGrpSpPr/>
          <p:nvPr/>
        </p:nvGrpSpPr>
        <p:grpSpPr>
          <a:xfrm>
            <a:off x="10287973" y="3937760"/>
            <a:ext cx="4519152" cy="3318202"/>
            <a:chOff x="0" y="-38100"/>
            <a:chExt cx="1308672" cy="960897"/>
          </a:xfrm>
        </p:grpSpPr>
        <p:sp>
          <p:nvSpPr>
            <p:cNvPr id="259" name="Google Shape;259;p27"/>
            <p:cNvSpPr/>
            <p:nvPr/>
          </p:nvSpPr>
          <p:spPr>
            <a:xfrm>
              <a:off x="0" y="0"/>
              <a:ext cx="1308672" cy="922797"/>
            </a:xfrm>
            <a:custGeom>
              <a:rect b="b" l="l" r="r" t="t"/>
              <a:pathLst>
                <a:path extrusionOk="0" h="922797" w="1308672">
                  <a:moveTo>
                    <a:pt x="0" y="0"/>
                  </a:moveTo>
                  <a:lnTo>
                    <a:pt x="1308672" y="0"/>
                  </a:lnTo>
                  <a:lnTo>
                    <a:pt x="1308672" y="922797"/>
                  </a:lnTo>
                  <a:lnTo>
                    <a:pt x="0" y="922797"/>
                  </a:lnTo>
                  <a:close/>
                </a:path>
              </a:pathLst>
            </a:custGeom>
            <a:solidFill>
              <a:srgbClr val="000000">
                <a:alpha val="0"/>
              </a:srgbClr>
            </a:solidFill>
            <a:ln cap="sq" cmpd="sng" w="38100">
              <a:solidFill>
                <a:srgbClr val="070605"/>
              </a:solidFill>
              <a:prstDash val="solid"/>
              <a:miter lim="8000"/>
              <a:headEnd len="sm" w="sm" type="none"/>
              <a:tailEnd len="sm" w="sm" type="none"/>
            </a:ln>
          </p:spPr>
        </p:sp>
        <p:sp>
          <p:nvSpPr>
            <p:cNvPr id="260" name="Google Shape;260;p27"/>
            <p:cNvSpPr txBox="1"/>
            <p:nvPr/>
          </p:nvSpPr>
          <p:spPr>
            <a:xfrm>
              <a:off x="0" y="-38100"/>
              <a:ext cx="1308672" cy="960897"/>
            </a:xfrm>
            <a:prstGeom prst="rect">
              <a:avLst/>
            </a:prstGeom>
            <a:noFill/>
            <a:ln>
              <a:noFill/>
            </a:ln>
          </p:spPr>
          <p:txBody>
            <a:bodyPr anchorCtr="0" anchor="ctr" bIns="50800" lIns="50800" spcFirstLastPara="1" rIns="50800" wrap="square" tIns="50800">
              <a:noAutofit/>
            </a:bodyPr>
            <a:lstStyle/>
            <a:p>
              <a:pPr indent="0" lvl="0" marL="0" marR="0" rtl="0" algn="ctr">
                <a:lnSpc>
                  <a:spcPct val="204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27"/>
          <p:cNvGrpSpPr/>
          <p:nvPr/>
        </p:nvGrpSpPr>
        <p:grpSpPr>
          <a:xfrm>
            <a:off x="11447185" y="1916969"/>
            <a:ext cx="2200727" cy="2892885"/>
            <a:chOff x="0" y="-228600"/>
            <a:chExt cx="579615" cy="761912"/>
          </a:xfrm>
        </p:grpSpPr>
        <p:sp>
          <p:nvSpPr>
            <p:cNvPr id="262" name="Google Shape;262;p27"/>
            <p:cNvSpPr/>
            <p:nvPr/>
          </p:nvSpPr>
          <p:spPr>
            <a:xfrm>
              <a:off x="0" y="0"/>
              <a:ext cx="579615" cy="533312"/>
            </a:xfrm>
            <a:custGeom>
              <a:rect b="b" l="l" r="r" t="t"/>
              <a:pathLst>
                <a:path extrusionOk="0" h="533312" w="579615">
                  <a:moveTo>
                    <a:pt x="0" y="0"/>
                  </a:moveTo>
                  <a:lnTo>
                    <a:pt x="579615" y="0"/>
                  </a:lnTo>
                  <a:lnTo>
                    <a:pt x="579615" y="533312"/>
                  </a:lnTo>
                  <a:lnTo>
                    <a:pt x="0" y="533312"/>
                  </a:lnTo>
                  <a:close/>
                </a:path>
              </a:pathLst>
            </a:custGeom>
            <a:solidFill>
              <a:srgbClr val="21396D"/>
            </a:solidFill>
            <a:ln>
              <a:noFill/>
            </a:ln>
          </p:spPr>
        </p:sp>
        <p:sp>
          <p:nvSpPr>
            <p:cNvPr id="263" name="Google Shape;263;p27"/>
            <p:cNvSpPr txBox="1"/>
            <p:nvPr/>
          </p:nvSpPr>
          <p:spPr>
            <a:xfrm>
              <a:off x="0" y="-228600"/>
              <a:ext cx="579615" cy="761912"/>
            </a:xfrm>
            <a:prstGeom prst="rect">
              <a:avLst/>
            </a:prstGeom>
            <a:noFill/>
            <a:ln>
              <a:noFill/>
            </a:ln>
          </p:spPr>
          <p:txBody>
            <a:bodyPr anchorCtr="0" anchor="ctr" bIns="0" lIns="0" spcFirstLastPara="1" rIns="0" wrap="square" tIns="0">
              <a:noAutofit/>
            </a:bodyPr>
            <a:lstStyle/>
            <a:p>
              <a:pPr indent="0" lvl="0" marL="0" marR="0" rtl="0" algn="ctr">
                <a:lnSpc>
                  <a:spcPct val="1160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27"/>
          <p:cNvSpPr txBox="1"/>
          <p:nvPr/>
        </p:nvSpPr>
        <p:spPr>
          <a:xfrm>
            <a:off x="4802306" y="7446462"/>
            <a:ext cx="4519152" cy="1277483"/>
          </a:xfrm>
          <a:prstGeom prst="rect">
            <a:avLst/>
          </a:prstGeom>
          <a:noFill/>
          <a:ln>
            <a:noFill/>
          </a:ln>
        </p:spPr>
        <p:txBody>
          <a:bodyPr anchorCtr="0" anchor="t" bIns="0" lIns="0" spcFirstLastPara="1" rIns="0" wrap="square" tIns="0">
            <a:spAutoFit/>
          </a:bodyPr>
          <a:lstStyle/>
          <a:p>
            <a:pPr indent="0" lvl="0" marL="0" marR="0" rtl="0" algn="just">
              <a:lnSpc>
                <a:spcPct val="140076"/>
              </a:lnSpc>
              <a:spcBef>
                <a:spcPts val="0"/>
              </a:spcBef>
              <a:spcAft>
                <a:spcPts val="0"/>
              </a:spcAft>
              <a:buNone/>
            </a:pPr>
            <a:r>
              <a:rPr b="0" i="0" lang="en-US" sz="1830" u="none" cap="none" strike="noStrike">
                <a:solidFill>
                  <a:srgbClr val="000000"/>
                </a:solidFill>
                <a:latin typeface="DM Sans"/>
                <a:ea typeface="DM Sans"/>
                <a:cs typeface="DM Sans"/>
                <a:sym typeface="DM Sans"/>
              </a:rPr>
              <a:t>Se usa en elementos llamativos como botones, íconos, gráficos destacados o partes del logotipo que necesiten atención inmediata.</a:t>
            </a:r>
            <a:endParaRPr/>
          </a:p>
        </p:txBody>
      </p:sp>
      <p:sp>
        <p:nvSpPr>
          <p:cNvPr id="265" name="Google Shape;265;p27"/>
          <p:cNvSpPr txBox="1"/>
          <p:nvPr/>
        </p:nvSpPr>
        <p:spPr>
          <a:xfrm>
            <a:off x="10287973" y="7446462"/>
            <a:ext cx="4519152" cy="953633"/>
          </a:xfrm>
          <a:prstGeom prst="rect">
            <a:avLst/>
          </a:prstGeom>
          <a:noFill/>
          <a:ln>
            <a:noFill/>
          </a:ln>
        </p:spPr>
        <p:txBody>
          <a:bodyPr anchorCtr="0" anchor="t" bIns="0" lIns="0" spcFirstLastPara="1" rIns="0" wrap="square" tIns="0">
            <a:spAutoFit/>
          </a:bodyPr>
          <a:lstStyle/>
          <a:p>
            <a:pPr indent="0" lvl="0" marL="0" marR="0" rtl="0" algn="just">
              <a:lnSpc>
                <a:spcPct val="140076"/>
              </a:lnSpc>
              <a:spcBef>
                <a:spcPts val="0"/>
              </a:spcBef>
              <a:spcAft>
                <a:spcPts val="0"/>
              </a:spcAft>
              <a:buNone/>
            </a:pPr>
            <a:r>
              <a:rPr b="0" i="0" lang="en-US" sz="1830" u="none" cap="none" strike="noStrike">
                <a:solidFill>
                  <a:srgbClr val="000000"/>
                </a:solidFill>
                <a:latin typeface="DM Sans"/>
                <a:ea typeface="DM Sans"/>
                <a:cs typeface="DM Sans"/>
                <a:sym typeface="DM Sans"/>
              </a:rPr>
              <a:t>Ideal para fondos, encabezados, subtítulos o como color complementario en gráficos.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sp>
        <p:nvSpPr>
          <p:cNvPr id="271" name="Google Shape;271;p28"/>
          <p:cNvSpPr/>
          <p:nvPr/>
        </p:nvSpPr>
        <p:spPr>
          <a:xfrm>
            <a:off x="13031168" y="7674426"/>
            <a:ext cx="3260226" cy="820601"/>
          </a:xfrm>
          <a:custGeom>
            <a:rect b="b" l="l" r="r" t="t"/>
            <a:pathLst>
              <a:path extrusionOk="0" h="820601" w="3260226">
                <a:moveTo>
                  <a:pt x="0" y="0"/>
                </a:moveTo>
                <a:lnTo>
                  <a:pt x="3260226" y="0"/>
                </a:lnTo>
                <a:lnTo>
                  <a:pt x="3260226" y="820601"/>
                </a:lnTo>
                <a:lnTo>
                  <a:pt x="0" y="820601"/>
                </a:lnTo>
                <a:lnTo>
                  <a:pt x="0" y="0"/>
                </a:lnTo>
                <a:close/>
              </a:path>
            </a:pathLst>
          </a:custGeom>
          <a:blipFill rotWithShape="1">
            <a:blip r:embed="rId4">
              <a:alphaModFix/>
            </a:blip>
            <a:stretch>
              <a:fillRect b="0" l="0" r="0" t="0"/>
            </a:stretch>
          </a:blipFill>
          <a:ln>
            <a:noFill/>
          </a:ln>
        </p:spPr>
      </p:sp>
      <p:sp>
        <p:nvSpPr>
          <p:cNvPr id="272" name="Google Shape;272;p28"/>
          <p:cNvSpPr/>
          <p:nvPr/>
        </p:nvSpPr>
        <p:spPr>
          <a:xfrm>
            <a:off x="12762123" y="2031619"/>
            <a:ext cx="3798316" cy="5519855"/>
          </a:xfrm>
          <a:custGeom>
            <a:rect b="b" l="l" r="r" t="t"/>
            <a:pathLst>
              <a:path extrusionOk="0" h="5519855" w="3798316">
                <a:moveTo>
                  <a:pt x="0" y="0"/>
                </a:moveTo>
                <a:lnTo>
                  <a:pt x="3798316" y="0"/>
                </a:lnTo>
                <a:lnTo>
                  <a:pt x="3798316" y="5519855"/>
                </a:lnTo>
                <a:lnTo>
                  <a:pt x="0" y="5519855"/>
                </a:lnTo>
                <a:lnTo>
                  <a:pt x="0" y="0"/>
                </a:lnTo>
                <a:close/>
              </a:path>
            </a:pathLst>
          </a:custGeom>
          <a:blipFill rotWithShape="1">
            <a:blip r:embed="rId5">
              <a:alphaModFix/>
            </a:blip>
            <a:stretch>
              <a:fillRect b="0" l="0" r="0" t="0"/>
            </a:stretch>
          </a:blipFill>
          <a:ln>
            <a:noFill/>
          </a:ln>
        </p:spPr>
      </p:sp>
      <p:sp>
        <p:nvSpPr>
          <p:cNvPr id="273" name="Google Shape;273;p28"/>
          <p:cNvSpPr txBox="1"/>
          <p:nvPr/>
        </p:nvSpPr>
        <p:spPr>
          <a:xfrm>
            <a:off x="1028700" y="914400"/>
            <a:ext cx="12414118" cy="1117219"/>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Tipografía Principal</a:t>
            </a:r>
            <a:endParaRPr/>
          </a:p>
        </p:txBody>
      </p:sp>
      <p:sp>
        <p:nvSpPr>
          <p:cNvPr id="274" name="Google Shape;274;p28"/>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26</a:t>
            </a:r>
            <a:endParaRPr/>
          </a:p>
        </p:txBody>
      </p:sp>
      <p:sp>
        <p:nvSpPr>
          <p:cNvPr id="275" name="Google Shape;275;p28"/>
          <p:cNvSpPr txBox="1"/>
          <p:nvPr/>
        </p:nvSpPr>
        <p:spPr>
          <a:xfrm>
            <a:off x="1028700" y="2514444"/>
            <a:ext cx="10717174" cy="356374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Technica Black (Tipografía Principal - Logotipo)</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Estilo: Sans-serif</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Peso: Negrita (Black)</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Uso de líneas gruesas y formas sólidas, lo que le da un impacto visual fuerte.</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Alta legibilidad, ideal para logotipos y encabezados que requieren destacarse.</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Aporta un estilo técnico y profesional.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p:nvPr/>
        </p:nvSpPr>
        <p:spPr>
          <a:xfrm>
            <a:off x="16560439" y="8581426"/>
            <a:ext cx="1727561" cy="1705574"/>
          </a:xfrm>
          <a:custGeom>
            <a:rect b="b" l="l" r="r" t="t"/>
            <a:pathLst>
              <a:path extrusionOk="0" h="1705574" w="1727561">
                <a:moveTo>
                  <a:pt x="0" y="0"/>
                </a:moveTo>
                <a:lnTo>
                  <a:pt x="1727561" y="0"/>
                </a:lnTo>
                <a:lnTo>
                  <a:pt x="1727561" y="1705574"/>
                </a:lnTo>
                <a:lnTo>
                  <a:pt x="0" y="1705574"/>
                </a:lnTo>
                <a:lnTo>
                  <a:pt x="0" y="0"/>
                </a:lnTo>
                <a:close/>
              </a:path>
            </a:pathLst>
          </a:custGeom>
          <a:blipFill rotWithShape="1">
            <a:blip r:embed="rId3">
              <a:alphaModFix/>
            </a:blip>
            <a:stretch>
              <a:fillRect b="0" l="0" r="0" t="0"/>
            </a:stretch>
          </a:blipFill>
          <a:ln>
            <a:noFill/>
          </a:ln>
        </p:spPr>
      </p:sp>
      <p:sp>
        <p:nvSpPr>
          <p:cNvPr id="281" name="Google Shape;281;p29"/>
          <p:cNvSpPr/>
          <p:nvPr/>
        </p:nvSpPr>
        <p:spPr>
          <a:xfrm>
            <a:off x="11351149" y="7927147"/>
            <a:ext cx="5749246" cy="184427"/>
          </a:xfrm>
          <a:custGeom>
            <a:rect b="b" l="l" r="r" t="t"/>
            <a:pathLst>
              <a:path extrusionOk="0" h="184427" w="5749246">
                <a:moveTo>
                  <a:pt x="0" y="0"/>
                </a:moveTo>
                <a:lnTo>
                  <a:pt x="5749247" y="0"/>
                </a:lnTo>
                <a:lnTo>
                  <a:pt x="5749247" y="184427"/>
                </a:lnTo>
                <a:lnTo>
                  <a:pt x="0" y="184427"/>
                </a:lnTo>
                <a:lnTo>
                  <a:pt x="0" y="0"/>
                </a:lnTo>
                <a:close/>
              </a:path>
            </a:pathLst>
          </a:custGeom>
          <a:blipFill rotWithShape="1">
            <a:blip r:embed="rId4">
              <a:alphaModFix/>
            </a:blip>
            <a:stretch>
              <a:fillRect b="-9106" l="0" r="0" t="0"/>
            </a:stretch>
          </a:blipFill>
          <a:ln>
            <a:noFill/>
          </a:ln>
        </p:spPr>
      </p:sp>
      <p:sp>
        <p:nvSpPr>
          <p:cNvPr id="282" name="Google Shape;282;p29"/>
          <p:cNvSpPr/>
          <p:nvPr/>
        </p:nvSpPr>
        <p:spPr>
          <a:xfrm>
            <a:off x="11351149" y="1827775"/>
            <a:ext cx="5749246" cy="5924235"/>
          </a:xfrm>
          <a:custGeom>
            <a:rect b="b" l="l" r="r" t="t"/>
            <a:pathLst>
              <a:path extrusionOk="0" h="5924235" w="5749246">
                <a:moveTo>
                  <a:pt x="0" y="0"/>
                </a:moveTo>
                <a:lnTo>
                  <a:pt x="5749247" y="0"/>
                </a:lnTo>
                <a:lnTo>
                  <a:pt x="5749247" y="5924235"/>
                </a:lnTo>
                <a:lnTo>
                  <a:pt x="0" y="5924235"/>
                </a:lnTo>
                <a:lnTo>
                  <a:pt x="0" y="0"/>
                </a:lnTo>
                <a:close/>
              </a:path>
            </a:pathLst>
          </a:custGeom>
          <a:blipFill rotWithShape="1">
            <a:blip r:embed="rId5">
              <a:alphaModFix/>
            </a:blip>
            <a:stretch>
              <a:fillRect b="0" l="-1424" r="0" t="-16140"/>
            </a:stretch>
          </a:blipFill>
          <a:ln>
            <a:noFill/>
          </a:ln>
        </p:spPr>
      </p:sp>
      <p:sp>
        <p:nvSpPr>
          <p:cNvPr id="283" name="Google Shape;283;p29"/>
          <p:cNvSpPr txBox="1"/>
          <p:nvPr/>
        </p:nvSpPr>
        <p:spPr>
          <a:xfrm>
            <a:off x="1028700" y="914400"/>
            <a:ext cx="12414118" cy="1117219"/>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639" u="none" cap="none" strike="noStrike">
                <a:solidFill>
                  <a:srgbClr val="070605"/>
                </a:solidFill>
                <a:latin typeface="Arial"/>
                <a:ea typeface="Arial"/>
                <a:cs typeface="Arial"/>
                <a:sym typeface="Arial"/>
              </a:rPr>
              <a:t>Tipografía Secundaria</a:t>
            </a:r>
            <a:endParaRPr/>
          </a:p>
        </p:txBody>
      </p:sp>
      <p:sp>
        <p:nvSpPr>
          <p:cNvPr id="284" name="Google Shape;284;p29"/>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000000"/>
                </a:solidFill>
                <a:latin typeface="DM Sans"/>
                <a:ea typeface="DM Sans"/>
                <a:cs typeface="DM Sans"/>
                <a:sym typeface="DM Sans"/>
              </a:rPr>
              <a:t>27</a:t>
            </a:r>
            <a:endParaRPr/>
          </a:p>
        </p:txBody>
      </p:sp>
      <p:sp>
        <p:nvSpPr>
          <p:cNvPr id="285" name="Google Shape;285;p29"/>
          <p:cNvSpPr txBox="1"/>
          <p:nvPr/>
        </p:nvSpPr>
        <p:spPr>
          <a:xfrm>
            <a:off x="1028700" y="2757127"/>
            <a:ext cx="9589164" cy="535444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 FF Identification Std Five C Regular (Tipografía Secundaria)</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Estilo: Sans-serif</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Peso: Regular</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Diseño limpio, moderno y altamente legible.</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Mejor para textos largos, como párrafos o descripciones.</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Ofrece un contraste sutil con tipografías más gruesas como Technica Black, pero sin perder claridad.</a:t>
            </a:r>
            <a:endParaRPr/>
          </a:p>
          <a:p>
            <a:pPr indent="0" lvl="0" marL="0" marR="0" rtl="0" algn="just">
              <a:lnSpc>
                <a:spcPct val="140000"/>
              </a:lnSpc>
              <a:spcBef>
                <a:spcPts val="0"/>
              </a:spcBef>
              <a:spcAft>
                <a:spcPts val="0"/>
              </a:spcAft>
              <a:buNone/>
            </a:pPr>
            <a:r>
              <a:rPr b="0" i="0" lang="en-US" sz="2570" u="none" cap="none" strike="noStrike">
                <a:solidFill>
                  <a:srgbClr val="000000"/>
                </a:solidFill>
                <a:latin typeface="DM Sans"/>
                <a:ea typeface="DM Sans"/>
                <a:cs typeface="DM Sans"/>
                <a:sym typeface="DM Sans"/>
              </a:rPr>
              <a:t>Transmite una sensación de profesionalismo y seriedad.</a:t>
            </a:r>
            <a:endParaRPr/>
          </a:p>
          <a:p>
            <a:pPr indent="0" lvl="0" marL="0" marR="0" rtl="0" algn="just">
              <a:lnSpc>
                <a:spcPct val="140000"/>
              </a:lnSpc>
              <a:spcBef>
                <a:spcPts val="0"/>
              </a:spcBef>
              <a:spcAft>
                <a:spcPts val="0"/>
              </a:spcAft>
              <a:buNone/>
            </a:pPr>
            <a:r>
              <a:t/>
            </a:r>
            <a:endParaRPr b="0" i="0" sz="2570" u="none" cap="none" strike="noStrike">
              <a:solidFill>
                <a:srgbClr val="000000"/>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nvSpPr>
        <p:spPr>
          <a:xfrm>
            <a:off x="300997" y="3816683"/>
            <a:ext cx="17987003" cy="2415509"/>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1" i="0" lang="en-US" sz="14334" u="none" cap="none" strike="noStrike">
                <a:solidFill>
                  <a:srgbClr val="000000"/>
                </a:solidFill>
                <a:latin typeface="Arial"/>
                <a:ea typeface="Arial"/>
                <a:cs typeface="Arial"/>
                <a:sym typeface="Arial"/>
              </a:rPr>
              <a:t>DISEÑOS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294" name="Shape 294"/>
        <p:cNvGrpSpPr/>
        <p:nvPr/>
      </p:nvGrpSpPr>
      <p:grpSpPr>
        <a:xfrm>
          <a:off x="0" y="0"/>
          <a:ext cx="0" cy="0"/>
          <a:chOff x="0" y="0"/>
          <a:chExt cx="0" cy="0"/>
        </a:xfrm>
      </p:grpSpPr>
      <p:grpSp>
        <p:nvGrpSpPr>
          <p:cNvPr id="295" name="Google Shape;295;p31"/>
          <p:cNvGrpSpPr/>
          <p:nvPr/>
        </p:nvGrpSpPr>
        <p:grpSpPr>
          <a:xfrm>
            <a:off x="715834" y="-112637"/>
            <a:ext cx="16856331" cy="9608144"/>
            <a:chOff x="0" y="-238125"/>
            <a:chExt cx="4439528" cy="2530540"/>
          </a:xfrm>
        </p:grpSpPr>
        <p:sp>
          <p:nvSpPr>
            <p:cNvPr id="296" name="Google Shape;296;p31"/>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297" name="Google Shape;297;p31"/>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31"/>
          <p:cNvSpPr/>
          <p:nvPr/>
        </p:nvSpPr>
        <p:spPr>
          <a:xfrm>
            <a:off x="3464573" y="2235755"/>
            <a:ext cx="3949260" cy="6356958"/>
          </a:xfrm>
          <a:custGeom>
            <a:rect b="b" l="l" r="r" t="t"/>
            <a:pathLst>
              <a:path extrusionOk="0" h="6356958" w="3949260">
                <a:moveTo>
                  <a:pt x="0" y="0"/>
                </a:moveTo>
                <a:lnTo>
                  <a:pt x="3949260" y="0"/>
                </a:lnTo>
                <a:lnTo>
                  <a:pt x="3949260" y="6356958"/>
                </a:lnTo>
                <a:lnTo>
                  <a:pt x="0" y="6356958"/>
                </a:lnTo>
                <a:lnTo>
                  <a:pt x="0" y="0"/>
                </a:lnTo>
                <a:close/>
              </a:path>
            </a:pathLst>
          </a:custGeom>
          <a:blipFill rotWithShape="1">
            <a:blip r:embed="rId3">
              <a:alphaModFix/>
            </a:blip>
            <a:stretch>
              <a:fillRect b="0" l="0" r="0" t="0"/>
            </a:stretch>
          </a:blipFill>
          <a:ln>
            <a:noFill/>
          </a:ln>
        </p:spPr>
      </p:sp>
      <p:sp>
        <p:nvSpPr>
          <p:cNvPr id="299" name="Google Shape;299;p31"/>
          <p:cNvSpPr/>
          <p:nvPr/>
        </p:nvSpPr>
        <p:spPr>
          <a:xfrm>
            <a:off x="9747033" y="2235755"/>
            <a:ext cx="6388021" cy="6348095"/>
          </a:xfrm>
          <a:custGeom>
            <a:rect b="b" l="l" r="r" t="t"/>
            <a:pathLst>
              <a:path extrusionOk="0" h="6348095" w="6388021">
                <a:moveTo>
                  <a:pt x="0" y="0"/>
                </a:moveTo>
                <a:lnTo>
                  <a:pt x="6388021" y="0"/>
                </a:lnTo>
                <a:lnTo>
                  <a:pt x="6388021" y="6348095"/>
                </a:lnTo>
                <a:lnTo>
                  <a:pt x="0" y="6348095"/>
                </a:lnTo>
                <a:lnTo>
                  <a:pt x="0" y="0"/>
                </a:lnTo>
                <a:close/>
              </a:path>
            </a:pathLst>
          </a:custGeom>
          <a:blipFill rotWithShape="1">
            <a:blip r:embed="rId4">
              <a:alphaModFix/>
            </a:blip>
            <a:stretch>
              <a:fillRect b="0" l="0" r="0" t="0"/>
            </a:stretch>
          </a:blipFill>
          <a:ln>
            <a:noFill/>
          </a:ln>
        </p:spPr>
      </p:sp>
      <p:sp>
        <p:nvSpPr>
          <p:cNvPr id="300" name="Google Shape;300;p31"/>
          <p:cNvSpPr txBox="1"/>
          <p:nvPr/>
        </p:nvSpPr>
        <p:spPr>
          <a:xfrm>
            <a:off x="3872426" y="1066800"/>
            <a:ext cx="9794118"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Stories</a:t>
            </a:r>
            <a:endParaRPr/>
          </a:p>
        </p:txBody>
      </p:sp>
      <p:sp>
        <p:nvSpPr>
          <p:cNvPr id="301" name="Google Shape;301;p31"/>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29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05" name="Shape 305"/>
        <p:cNvGrpSpPr/>
        <p:nvPr/>
      </p:nvGrpSpPr>
      <p:grpSpPr>
        <a:xfrm>
          <a:off x="0" y="0"/>
          <a:ext cx="0" cy="0"/>
          <a:chOff x="0" y="0"/>
          <a:chExt cx="0" cy="0"/>
        </a:xfrm>
      </p:grpSpPr>
      <p:grpSp>
        <p:nvGrpSpPr>
          <p:cNvPr id="306" name="Google Shape;306;p32"/>
          <p:cNvGrpSpPr/>
          <p:nvPr/>
        </p:nvGrpSpPr>
        <p:grpSpPr>
          <a:xfrm>
            <a:off x="715834" y="-112637"/>
            <a:ext cx="16856331" cy="9608144"/>
            <a:chOff x="0" y="-238125"/>
            <a:chExt cx="4439528" cy="2530540"/>
          </a:xfrm>
        </p:grpSpPr>
        <p:sp>
          <p:nvSpPr>
            <p:cNvPr id="307" name="Google Shape;307;p32"/>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08" name="Google Shape;308;p32"/>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32"/>
          <p:cNvSpPr/>
          <p:nvPr/>
        </p:nvSpPr>
        <p:spPr>
          <a:xfrm>
            <a:off x="10049654" y="2323548"/>
            <a:ext cx="6394275" cy="6346318"/>
          </a:xfrm>
          <a:custGeom>
            <a:rect b="b" l="l" r="r" t="t"/>
            <a:pathLst>
              <a:path extrusionOk="0" h="6346318" w="6394275">
                <a:moveTo>
                  <a:pt x="0" y="0"/>
                </a:moveTo>
                <a:lnTo>
                  <a:pt x="6394276" y="0"/>
                </a:lnTo>
                <a:lnTo>
                  <a:pt x="6394276" y="6346319"/>
                </a:lnTo>
                <a:lnTo>
                  <a:pt x="0" y="6346319"/>
                </a:lnTo>
                <a:lnTo>
                  <a:pt x="0" y="0"/>
                </a:lnTo>
                <a:close/>
              </a:path>
            </a:pathLst>
          </a:custGeom>
          <a:blipFill rotWithShape="1">
            <a:blip r:embed="rId3">
              <a:alphaModFix/>
            </a:blip>
            <a:stretch>
              <a:fillRect b="0" l="0" r="0" t="0"/>
            </a:stretch>
          </a:blipFill>
          <a:ln>
            <a:noFill/>
          </a:ln>
        </p:spPr>
      </p:sp>
      <p:sp>
        <p:nvSpPr>
          <p:cNvPr id="310" name="Google Shape;310;p32"/>
          <p:cNvSpPr/>
          <p:nvPr/>
        </p:nvSpPr>
        <p:spPr>
          <a:xfrm>
            <a:off x="1799737" y="2323548"/>
            <a:ext cx="6394275" cy="6346318"/>
          </a:xfrm>
          <a:custGeom>
            <a:rect b="b" l="l" r="r" t="t"/>
            <a:pathLst>
              <a:path extrusionOk="0" h="6346318" w="6394275">
                <a:moveTo>
                  <a:pt x="0" y="0"/>
                </a:moveTo>
                <a:lnTo>
                  <a:pt x="6394275" y="0"/>
                </a:lnTo>
                <a:lnTo>
                  <a:pt x="6394275" y="6346319"/>
                </a:lnTo>
                <a:lnTo>
                  <a:pt x="0" y="6346319"/>
                </a:lnTo>
                <a:lnTo>
                  <a:pt x="0" y="0"/>
                </a:lnTo>
                <a:close/>
              </a:path>
            </a:pathLst>
          </a:custGeom>
          <a:blipFill rotWithShape="1">
            <a:blip r:embed="rId4">
              <a:alphaModFix/>
            </a:blip>
            <a:stretch>
              <a:fillRect b="0" l="0" r="0" t="0"/>
            </a:stretch>
          </a:blipFill>
          <a:ln>
            <a:noFill/>
          </a:ln>
        </p:spPr>
      </p:sp>
      <p:sp>
        <p:nvSpPr>
          <p:cNvPr id="311" name="Google Shape;311;p32"/>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30</a:t>
            </a:r>
            <a:endParaRPr/>
          </a:p>
        </p:txBody>
      </p:sp>
      <p:sp>
        <p:nvSpPr>
          <p:cNvPr id="312" name="Google Shape;312;p32"/>
          <p:cNvSpPr txBox="1"/>
          <p:nvPr/>
        </p:nvSpPr>
        <p:spPr>
          <a:xfrm>
            <a:off x="3872426" y="1066800"/>
            <a:ext cx="9794118"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Post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16" name="Shape 316"/>
        <p:cNvGrpSpPr/>
        <p:nvPr/>
      </p:nvGrpSpPr>
      <p:grpSpPr>
        <a:xfrm>
          <a:off x="0" y="0"/>
          <a:ext cx="0" cy="0"/>
          <a:chOff x="0" y="0"/>
          <a:chExt cx="0" cy="0"/>
        </a:xfrm>
      </p:grpSpPr>
      <p:grpSp>
        <p:nvGrpSpPr>
          <p:cNvPr id="317" name="Google Shape;317;p33"/>
          <p:cNvGrpSpPr/>
          <p:nvPr/>
        </p:nvGrpSpPr>
        <p:grpSpPr>
          <a:xfrm>
            <a:off x="715834" y="-112637"/>
            <a:ext cx="16856331" cy="9608144"/>
            <a:chOff x="0" y="-238125"/>
            <a:chExt cx="4439528" cy="2530540"/>
          </a:xfrm>
        </p:grpSpPr>
        <p:sp>
          <p:nvSpPr>
            <p:cNvPr id="318" name="Google Shape;318;p33"/>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19" name="Google Shape;319;p33"/>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33"/>
          <p:cNvSpPr/>
          <p:nvPr/>
        </p:nvSpPr>
        <p:spPr>
          <a:xfrm>
            <a:off x="1358668" y="2248939"/>
            <a:ext cx="6406828" cy="6342759"/>
          </a:xfrm>
          <a:custGeom>
            <a:rect b="b" l="l" r="r" t="t"/>
            <a:pathLst>
              <a:path extrusionOk="0" h="6342759" w="6406828">
                <a:moveTo>
                  <a:pt x="0" y="0"/>
                </a:moveTo>
                <a:lnTo>
                  <a:pt x="6406828" y="0"/>
                </a:lnTo>
                <a:lnTo>
                  <a:pt x="6406828" y="6342759"/>
                </a:lnTo>
                <a:lnTo>
                  <a:pt x="0" y="6342759"/>
                </a:lnTo>
                <a:lnTo>
                  <a:pt x="0" y="0"/>
                </a:lnTo>
                <a:close/>
              </a:path>
            </a:pathLst>
          </a:custGeom>
          <a:blipFill rotWithShape="1">
            <a:blip r:embed="rId3">
              <a:alphaModFix/>
            </a:blip>
            <a:stretch>
              <a:fillRect b="0" l="0" r="0" t="0"/>
            </a:stretch>
          </a:blipFill>
          <a:ln>
            <a:noFill/>
          </a:ln>
        </p:spPr>
      </p:sp>
      <p:sp>
        <p:nvSpPr>
          <p:cNvPr id="321" name="Google Shape;321;p33"/>
          <p:cNvSpPr/>
          <p:nvPr/>
        </p:nvSpPr>
        <p:spPr>
          <a:xfrm>
            <a:off x="12485782" y="1358656"/>
            <a:ext cx="4443550" cy="7899644"/>
          </a:xfrm>
          <a:custGeom>
            <a:rect b="b" l="l" r="r" t="t"/>
            <a:pathLst>
              <a:path extrusionOk="0" h="7899644" w="4443550">
                <a:moveTo>
                  <a:pt x="0" y="0"/>
                </a:moveTo>
                <a:lnTo>
                  <a:pt x="4443550" y="0"/>
                </a:lnTo>
                <a:lnTo>
                  <a:pt x="4443550" y="7899644"/>
                </a:lnTo>
                <a:lnTo>
                  <a:pt x="0" y="7899644"/>
                </a:lnTo>
                <a:lnTo>
                  <a:pt x="0" y="0"/>
                </a:lnTo>
                <a:close/>
              </a:path>
            </a:pathLst>
          </a:custGeom>
          <a:blipFill rotWithShape="1">
            <a:blip r:embed="rId4">
              <a:alphaModFix/>
            </a:blip>
            <a:stretch>
              <a:fillRect b="0" l="0" r="0" t="0"/>
            </a:stretch>
          </a:blipFill>
          <a:ln>
            <a:noFill/>
          </a:ln>
        </p:spPr>
      </p:sp>
      <p:sp>
        <p:nvSpPr>
          <p:cNvPr id="322" name="Google Shape;322;p33"/>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31</a:t>
            </a:r>
            <a:endParaRPr/>
          </a:p>
        </p:txBody>
      </p:sp>
      <p:grpSp>
        <p:nvGrpSpPr>
          <p:cNvPr id="323" name="Google Shape;323;p33"/>
          <p:cNvGrpSpPr/>
          <p:nvPr/>
        </p:nvGrpSpPr>
        <p:grpSpPr>
          <a:xfrm>
            <a:off x="8536077" y="2213268"/>
            <a:ext cx="3823334" cy="6378430"/>
            <a:chOff x="0" y="-28575"/>
            <a:chExt cx="3062780" cy="5109606"/>
          </a:xfrm>
        </p:grpSpPr>
        <p:sp>
          <p:nvSpPr>
            <p:cNvPr id="324" name="Google Shape;324;p33"/>
            <p:cNvSpPr/>
            <p:nvPr/>
          </p:nvSpPr>
          <p:spPr>
            <a:xfrm>
              <a:off x="0" y="0"/>
              <a:ext cx="3062780" cy="5081031"/>
            </a:xfrm>
            <a:custGeom>
              <a:rect b="b" l="l" r="r" t="t"/>
              <a:pathLst>
                <a:path extrusionOk="0" h="5081031" w="3062780">
                  <a:moveTo>
                    <a:pt x="26324" y="0"/>
                  </a:moveTo>
                  <a:lnTo>
                    <a:pt x="3036456" y="0"/>
                  </a:lnTo>
                  <a:cubicBezTo>
                    <a:pt x="3043437" y="0"/>
                    <a:pt x="3050133" y="2773"/>
                    <a:pt x="3055070" y="7710"/>
                  </a:cubicBezTo>
                  <a:cubicBezTo>
                    <a:pt x="3060006" y="12647"/>
                    <a:pt x="3062780" y="19342"/>
                    <a:pt x="3062780" y="26324"/>
                  </a:cubicBezTo>
                  <a:lnTo>
                    <a:pt x="3062780" y="5054707"/>
                  </a:lnTo>
                  <a:cubicBezTo>
                    <a:pt x="3062780" y="5061688"/>
                    <a:pt x="3060006" y="5068384"/>
                    <a:pt x="3055070" y="5073321"/>
                  </a:cubicBezTo>
                  <a:cubicBezTo>
                    <a:pt x="3050133" y="5078257"/>
                    <a:pt x="3043437" y="5081031"/>
                    <a:pt x="3036456" y="5081031"/>
                  </a:cubicBezTo>
                  <a:lnTo>
                    <a:pt x="26324" y="5081031"/>
                  </a:lnTo>
                  <a:cubicBezTo>
                    <a:pt x="19342" y="5081031"/>
                    <a:pt x="12647" y="5078257"/>
                    <a:pt x="7710" y="5073321"/>
                  </a:cubicBezTo>
                  <a:cubicBezTo>
                    <a:pt x="2773" y="5068384"/>
                    <a:pt x="0" y="5061688"/>
                    <a:pt x="0" y="5054707"/>
                  </a:cubicBezTo>
                  <a:lnTo>
                    <a:pt x="0" y="26324"/>
                  </a:lnTo>
                  <a:cubicBezTo>
                    <a:pt x="0" y="19342"/>
                    <a:pt x="2773" y="12647"/>
                    <a:pt x="7710" y="7710"/>
                  </a:cubicBezTo>
                  <a:cubicBezTo>
                    <a:pt x="12647" y="2773"/>
                    <a:pt x="19342" y="0"/>
                    <a:pt x="26324" y="0"/>
                  </a:cubicBezTo>
                  <a:close/>
                </a:path>
              </a:pathLst>
            </a:custGeom>
            <a:solidFill>
              <a:srgbClr val="3DABEB">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3"/>
            <p:cNvSpPr txBox="1"/>
            <p:nvPr/>
          </p:nvSpPr>
          <p:spPr>
            <a:xfrm>
              <a:off x="0" y="-28575"/>
              <a:ext cx="3062780" cy="5109606"/>
            </a:xfrm>
            <a:prstGeom prst="rect">
              <a:avLst/>
            </a:prstGeom>
            <a:noFill/>
            <a:ln>
              <a:noFill/>
            </a:ln>
          </p:spPr>
          <p:txBody>
            <a:bodyPr anchorCtr="0" anchor="ctr" bIns="27075" lIns="27075" spcFirstLastPara="1" rIns="27075" wrap="square" tIns="27075">
              <a:noAutofit/>
            </a:bodyPr>
            <a:lstStyle/>
            <a:p>
              <a:pPr indent="0" lvl="0" marL="0" marR="0" rtl="0" algn="ctr">
                <a:lnSpc>
                  <a:spcPct val="81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6" name="Google Shape;326;p33"/>
          <p:cNvSpPr/>
          <p:nvPr/>
        </p:nvSpPr>
        <p:spPr>
          <a:xfrm>
            <a:off x="9771320" y="4743895"/>
            <a:ext cx="1352848" cy="1352848"/>
          </a:xfrm>
          <a:custGeom>
            <a:rect b="b" l="l" r="r" t="t"/>
            <a:pathLst>
              <a:path extrusionOk="0" h="1352848" w="1352848">
                <a:moveTo>
                  <a:pt x="0" y="0"/>
                </a:moveTo>
                <a:lnTo>
                  <a:pt x="1352848" y="0"/>
                </a:lnTo>
                <a:lnTo>
                  <a:pt x="1352848" y="1352848"/>
                </a:lnTo>
                <a:lnTo>
                  <a:pt x="0" y="135284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30" name="Shape 330"/>
        <p:cNvGrpSpPr/>
        <p:nvPr/>
      </p:nvGrpSpPr>
      <p:grpSpPr>
        <a:xfrm>
          <a:off x="0" y="0"/>
          <a:ext cx="0" cy="0"/>
          <a:chOff x="0" y="0"/>
          <a:chExt cx="0" cy="0"/>
        </a:xfrm>
      </p:grpSpPr>
      <p:grpSp>
        <p:nvGrpSpPr>
          <p:cNvPr id="331" name="Google Shape;331;p34"/>
          <p:cNvGrpSpPr/>
          <p:nvPr/>
        </p:nvGrpSpPr>
        <p:grpSpPr>
          <a:xfrm>
            <a:off x="715834" y="-112637"/>
            <a:ext cx="16856331" cy="9608144"/>
            <a:chOff x="0" y="-238125"/>
            <a:chExt cx="4439528" cy="2530540"/>
          </a:xfrm>
        </p:grpSpPr>
        <p:sp>
          <p:nvSpPr>
            <p:cNvPr id="332" name="Google Shape;332;p34"/>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33" name="Google Shape;333;p34"/>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34"/>
          <p:cNvSpPr/>
          <p:nvPr/>
        </p:nvSpPr>
        <p:spPr>
          <a:xfrm>
            <a:off x="7399486" y="3075057"/>
            <a:ext cx="3489028" cy="3363221"/>
          </a:xfrm>
          <a:custGeom>
            <a:rect b="b" l="l" r="r" t="t"/>
            <a:pathLst>
              <a:path extrusionOk="0" h="3363221" w="3489028">
                <a:moveTo>
                  <a:pt x="0" y="0"/>
                </a:moveTo>
                <a:lnTo>
                  <a:pt x="3489028" y="0"/>
                </a:lnTo>
                <a:lnTo>
                  <a:pt x="3489028" y="3363221"/>
                </a:lnTo>
                <a:lnTo>
                  <a:pt x="0" y="3363221"/>
                </a:lnTo>
                <a:lnTo>
                  <a:pt x="0" y="0"/>
                </a:lnTo>
                <a:close/>
              </a:path>
            </a:pathLst>
          </a:custGeom>
          <a:blipFill rotWithShape="1">
            <a:blip r:embed="rId3">
              <a:alphaModFix/>
            </a:blip>
            <a:stretch>
              <a:fillRect b="0" l="0" r="0" t="-2313"/>
            </a:stretch>
          </a:blipFill>
          <a:ln>
            <a:noFill/>
          </a:ln>
        </p:spPr>
      </p:sp>
      <p:sp>
        <p:nvSpPr>
          <p:cNvPr id="335" name="Google Shape;335;p34"/>
          <p:cNvSpPr/>
          <p:nvPr/>
        </p:nvSpPr>
        <p:spPr>
          <a:xfrm>
            <a:off x="12449743" y="3075057"/>
            <a:ext cx="3406010" cy="3363221"/>
          </a:xfrm>
          <a:custGeom>
            <a:rect b="b" l="l" r="r" t="t"/>
            <a:pathLst>
              <a:path extrusionOk="0" h="3363221" w="3406010">
                <a:moveTo>
                  <a:pt x="0" y="0"/>
                </a:moveTo>
                <a:lnTo>
                  <a:pt x="3406010" y="0"/>
                </a:lnTo>
                <a:lnTo>
                  <a:pt x="3406010" y="3363221"/>
                </a:lnTo>
                <a:lnTo>
                  <a:pt x="0" y="3363221"/>
                </a:lnTo>
                <a:lnTo>
                  <a:pt x="0" y="0"/>
                </a:lnTo>
                <a:close/>
              </a:path>
            </a:pathLst>
          </a:custGeom>
          <a:blipFill rotWithShape="1">
            <a:blip r:embed="rId4">
              <a:alphaModFix/>
            </a:blip>
            <a:stretch>
              <a:fillRect b="0" l="0" r="0" t="0"/>
            </a:stretch>
          </a:blipFill>
          <a:ln>
            <a:noFill/>
          </a:ln>
        </p:spPr>
      </p:sp>
      <p:sp>
        <p:nvSpPr>
          <p:cNvPr id="336" name="Google Shape;336;p34"/>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32</a:t>
            </a:r>
            <a:endParaRPr/>
          </a:p>
        </p:txBody>
      </p:sp>
      <p:sp>
        <p:nvSpPr>
          <p:cNvPr id="337" name="Google Shape;337;p34"/>
          <p:cNvSpPr/>
          <p:nvPr/>
        </p:nvSpPr>
        <p:spPr>
          <a:xfrm>
            <a:off x="1997848" y="3075057"/>
            <a:ext cx="3388636" cy="3363221"/>
          </a:xfrm>
          <a:custGeom>
            <a:rect b="b" l="l" r="r" t="t"/>
            <a:pathLst>
              <a:path extrusionOk="0" h="3363221" w="3388636">
                <a:moveTo>
                  <a:pt x="0" y="0"/>
                </a:moveTo>
                <a:lnTo>
                  <a:pt x="3388636" y="0"/>
                </a:lnTo>
                <a:lnTo>
                  <a:pt x="3388636" y="3363221"/>
                </a:lnTo>
                <a:lnTo>
                  <a:pt x="0" y="3363221"/>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41" name="Shape 341"/>
        <p:cNvGrpSpPr/>
        <p:nvPr/>
      </p:nvGrpSpPr>
      <p:grpSpPr>
        <a:xfrm>
          <a:off x="0" y="0"/>
          <a:ext cx="0" cy="0"/>
          <a:chOff x="0" y="0"/>
          <a:chExt cx="0" cy="0"/>
        </a:xfrm>
      </p:grpSpPr>
      <p:grpSp>
        <p:nvGrpSpPr>
          <p:cNvPr id="342" name="Google Shape;342;p35"/>
          <p:cNvGrpSpPr/>
          <p:nvPr/>
        </p:nvGrpSpPr>
        <p:grpSpPr>
          <a:xfrm>
            <a:off x="715834" y="-112637"/>
            <a:ext cx="16856331" cy="9608144"/>
            <a:chOff x="0" y="-238125"/>
            <a:chExt cx="4439528" cy="2530540"/>
          </a:xfrm>
        </p:grpSpPr>
        <p:sp>
          <p:nvSpPr>
            <p:cNvPr id="343" name="Google Shape;343;p35"/>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44" name="Google Shape;344;p35"/>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35"/>
          <p:cNvSpPr/>
          <p:nvPr/>
        </p:nvSpPr>
        <p:spPr>
          <a:xfrm>
            <a:off x="2138549" y="2616869"/>
            <a:ext cx="6432104" cy="6335623"/>
          </a:xfrm>
          <a:custGeom>
            <a:rect b="b" l="l" r="r" t="t"/>
            <a:pathLst>
              <a:path extrusionOk="0" h="6335623" w="6432104">
                <a:moveTo>
                  <a:pt x="0" y="0"/>
                </a:moveTo>
                <a:lnTo>
                  <a:pt x="6432104" y="0"/>
                </a:lnTo>
                <a:lnTo>
                  <a:pt x="6432104" y="6335623"/>
                </a:lnTo>
                <a:lnTo>
                  <a:pt x="0" y="6335623"/>
                </a:lnTo>
                <a:lnTo>
                  <a:pt x="0" y="0"/>
                </a:lnTo>
                <a:close/>
              </a:path>
            </a:pathLst>
          </a:custGeom>
          <a:blipFill rotWithShape="1">
            <a:blip r:embed="rId3">
              <a:alphaModFix/>
            </a:blip>
            <a:stretch>
              <a:fillRect b="0" l="0" r="0" t="0"/>
            </a:stretch>
          </a:blipFill>
          <a:ln>
            <a:noFill/>
          </a:ln>
        </p:spPr>
      </p:sp>
      <p:sp>
        <p:nvSpPr>
          <p:cNvPr id="346" name="Google Shape;346;p35"/>
          <p:cNvSpPr txBox="1"/>
          <p:nvPr/>
        </p:nvSpPr>
        <p:spPr>
          <a:xfrm>
            <a:off x="2603113" y="1254992"/>
            <a:ext cx="5502977" cy="1144905"/>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None/>
            </a:pPr>
            <a:r>
              <a:rPr b="1" i="0" lang="en-US" sz="3999" u="none" cap="none" strike="noStrike">
                <a:solidFill>
                  <a:srgbClr val="000000"/>
                </a:solidFill>
                <a:latin typeface="Arial"/>
                <a:ea typeface="Arial"/>
                <a:cs typeface="Arial"/>
                <a:sym typeface="Arial"/>
              </a:rPr>
              <a:t>Diseño Promocional de Temporada</a:t>
            </a:r>
            <a:endParaRPr/>
          </a:p>
        </p:txBody>
      </p:sp>
      <p:sp>
        <p:nvSpPr>
          <p:cNvPr id="347" name="Google Shape;347;p35"/>
          <p:cNvSpPr txBox="1"/>
          <p:nvPr/>
        </p:nvSpPr>
        <p:spPr>
          <a:xfrm>
            <a:off x="1358668" y="9772536"/>
            <a:ext cx="15570664" cy="62978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33</a:t>
            </a:r>
            <a:endParaRPr/>
          </a:p>
          <a:p>
            <a:pPr indent="0" lvl="0" marL="0" marR="0" rtl="0" algn="ctr">
              <a:lnSpc>
                <a:spcPct val="140000"/>
              </a:lnSpc>
              <a:spcBef>
                <a:spcPts val="0"/>
              </a:spcBef>
              <a:spcAft>
                <a:spcPts val="0"/>
              </a:spcAft>
              <a:buNone/>
            </a:pPr>
            <a:r>
              <a:t/>
            </a:r>
            <a:endParaRPr b="1" i="0" sz="1830" u="none" cap="none" strike="noStrike">
              <a:solidFill>
                <a:srgbClr val="FFFFFF"/>
              </a:solidFill>
              <a:latin typeface="DM Sans"/>
              <a:ea typeface="DM Sans"/>
              <a:cs typeface="DM Sans"/>
              <a:sym typeface="DM Sans"/>
            </a:endParaRPr>
          </a:p>
        </p:txBody>
      </p:sp>
      <p:sp>
        <p:nvSpPr>
          <p:cNvPr id="348" name="Google Shape;348;p35"/>
          <p:cNvSpPr/>
          <p:nvPr/>
        </p:nvSpPr>
        <p:spPr>
          <a:xfrm>
            <a:off x="12381949" y="2616869"/>
            <a:ext cx="3578901" cy="6335623"/>
          </a:xfrm>
          <a:custGeom>
            <a:rect b="b" l="l" r="r" t="t"/>
            <a:pathLst>
              <a:path extrusionOk="0" h="6335623" w="3578901">
                <a:moveTo>
                  <a:pt x="0" y="0"/>
                </a:moveTo>
                <a:lnTo>
                  <a:pt x="3578902" y="0"/>
                </a:lnTo>
                <a:lnTo>
                  <a:pt x="3578902" y="6335623"/>
                </a:lnTo>
                <a:lnTo>
                  <a:pt x="0" y="6335623"/>
                </a:lnTo>
                <a:lnTo>
                  <a:pt x="0" y="0"/>
                </a:lnTo>
                <a:close/>
              </a:path>
            </a:pathLst>
          </a:custGeom>
          <a:blipFill rotWithShape="1">
            <a:blip r:embed="rId4">
              <a:alphaModFix/>
            </a:blip>
            <a:stretch>
              <a:fillRect b="0" l="0" r="0" t="0"/>
            </a:stretch>
          </a:blipFill>
          <a:ln>
            <a:noFill/>
          </a:ln>
        </p:spPr>
      </p:sp>
      <p:sp>
        <p:nvSpPr>
          <p:cNvPr id="349" name="Google Shape;349;p35"/>
          <p:cNvSpPr txBox="1"/>
          <p:nvPr/>
        </p:nvSpPr>
        <p:spPr>
          <a:xfrm>
            <a:off x="5354601" y="1254992"/>
            <a:ext cx="16767130" cy="1144905"/>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None/>
            </a:pPr>
            <a:r>
              <a:rPr b="1" i="0" lang="en-US" sz="3999" u="none" cap="none" strike="noStrike">
                <a:solidFill>
                  <a:srgbClr val="000000"/>
                </a:solidFill>
                <a:latin typeface="Arial"/>
                <a:ea typeface="Arial"/>
                <a:cs typeface="Arial"/>
                <a:sym typeface="Arial"/>
              </a:rPr>
              <a:t>Diseño de </a:t>
            </a:r>
            <a:endParaRPr/>
          </a:p>
          <a:p>
            <a:pPr indent="0" lvl="0" marL="0" marR="0" rtl="0" algn="ctr">
              <a:lnSpc>
                <a:spcPct val="114003"/>
              </a:lnSpc>
              <a:spcBef>
                <a:spcPts val="0"/>
              </a:spcBef>
              <a:spcAft>
                <a:spcPts val="0"/>
              </a:spcAft>
              <a:buNone/>
            </a:pPr>
            <a:r>
              <a:rPr b="1" i="0" lang="en-US" sz="3999" u="none" cap="none" strike="noStrike">
                <a:solidFill>
                  <a:srgbClr val="000000"/>
                </a:solidFill>
                <a:latin typeface="Arial"/>
                <a:ea typeface="Arial"/>
                <a:cs typeface="Arial"/>
                <a:sym typeface="Arial"/>
              </a:rPr>
              <a:t>Recordación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53" name="Shape 353"/>
        <p:cNvGrpSpPr/>
        <p:nvPr/>
      </p:nvGrpSpPr>
      <p:grpSpPr>
        <a:xfrm>
          <a:off x="0" y="0"/>
          <a:ext cx="0" cy="0"/>
          <a:chOff x="0" y="0"/>
          <a:chExt cx="0" cy="0"/>
        </a:xfrm>
      </p:grpSpPr>
      <p:grpSp>
        <p:nvGrpSpPr>
          <p:cNvPr id="354" name="Google Shape;354;p36"/>
          <p:cNvGrpSpPr/>
          <p:nvPr/>
        </p:nvGrpSpPr>
        <p:grpSpPr>
          <a:xfrm>
            <a:off x="715834" y="-112637"/>
            <a:ext cx="16856331" cy="9608144"/>
            <a:chOff x="0" y="-238125"/>
            <a:chExt cx="4439528" cy="2530540"/>
          </a:xfrm>
        </p:grpSpPr>
        <p:sp>
          <p:nvSpPr>
            <p:cNvPr id="355" name="Google Shape;355;p36"/>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56" name="Google Shape;356;p36"/>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357" name="Google Shape;357;p36"/>
          <p:cNvPicPr preferRelativeResize="0"/>
          <p:nvPr/>
        </p:nvPicPr>
        <p:blipFill rotWithShape="1">
          <a:blip r:embed="rId3">
            <a:alphaModFix/>
          </a:blip>
          <a:srcRect b="1365" l="2898" r="3765" t="1386"/>
          <a:stretch/>
        </p:blipFill>
        <p:spPr>
          <a:xfrm>
            <a:off x="3316238" y="2138251"/>
            <a:ext cx="3683619" cy="6187517"/>
          </a:xfrm>
          <a:prstGeom prst="rect">
            <a:avLst/>
          </a:prstGeom>
          <a:noFill/>
          <a:ln>
            <a:noFill/>
          </a:ln>
        </p:spPr>
      </p:pic>
      <p:pic>
        <p:nvPicPr>
          <p:cNvPr id="358" name="Google Shape;358;p36"/>
          <p:cNvPicPr preferRelativeResize="0"/>
          <p:nvPr/>
        </p:nvPicPr>
        <p:blipFill rotWithShape="1">
          <a:blip r:embed="rId4">
            <a:alphaModFix/>
          </a:blip>
          <a:srcRect b="0" l="1123" r="1123" t="0"/>
          <a:stretch/>
        </p:blipFill>
        <p:spPr>
          <a:xfrm>
            <a:off x="10765715" y="2138251"/>
            <a:ext cx="3751809" cy="6187517"/>
          </a:xfrm>
          <a:prstGeom prst="rect">
            <a:avLst/>
          </a:prstGeom>
          <a:noFill/>
          <a:ln>
            <a:noFill/>
          </a:ln>
        </p:spPr>
      </p:pic>
      <p:sp>
        <p:nvSpPr>
          <p:cNvPr id="359" name="Google Shape;359;p36"/>
          <p:cNvSpPr txBox="1"/>
          <p:nvPr/>
        </p:nvSpPr>
        <p:spPr>
          <a:xfrm>
            <a:off x="805035" y="1066800"/>
            <a:ext cx="16767130"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Gif</a:t>
            </a:r>
            <a:endParaRPr/>
          </a:p>
        </p:txBody>
      </p:sp>
      <p:sp>
        <p:nvSpPr>
          <p:cNvPr id="360" name="Google Shape;360;p36"/>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34</a:t>
            </a:r>
            <a:endParaRPr/>
          </a:p>
        </p:txBody>
      </p:sp>
      <p:sp>
        <p:nvSpPr>
          <p:cNvPr id="361" name="Google Shape;361;p36"/>
          <p:cNvSpPr txBox="1"/>
          <p:nvPr/>
        </p:nvSpPr>
        <p:spPr>
          <a:xfrm>
            <a:off x="11726020" y="8549212"/>
            <a:ext cx="2611821"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Fotograma</a:t>
            </a:r>
            <a:endParaRPr/>
          </a:p>
        </p:txBody>
      </p:sp>
      <p:sp>
        <p:nvSpPr>
          <p:cNvPr id="362" name="Google Shape;362;p36"/>
          <p:cNvSpPr txBox="1"/>
          <p:nvPr/>
        </p:nvSpPr>
        <p:spPr>
          <a:xfrm>
            <a:off x="4515214" y="8549212"/>
            <a:ext cx="1265351" cy="43002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570" u="none" cap="none" strike="noStrike">
                <a:solidFill>
                  <a:srgbClr val="070605"/>
                </a:solidFill>
                <a:latin typeface="Arial"/>
                <a:ea typeface="Arial"/>
                <a:cs typeface="Arial"/>
                <a:sym typeface="Arial"/>
              </a:rPr>
              <a:t>Video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66" name="Shape 366"/>
        <p:cNvGrpSpPr/>
        <p:nvPr/>
      </p:nvGrpSpPr>
      <p:grpSpPr>
        <a:xfrm>
          <a:off x="0" y="0"/>
          <a:ext cx="0" cy="0"/>
          <a:chOff x="0" y="0"/>
          <a:chExt cx="0" cy="0"/>
        </a:xfrm>
      </p:grpSpPr>
      <p:grpSp>
        <p:nvGrpSpPr>
          <p:cNvPr id="367" name="Google Shape;367;p37"/>
          <p:cNvGrpSpPr/>
          <p:nvPr/>
        </p:nvGrpSpPr>
        <p:grpSpPr>
          <a:xfrm>
            <a:off x="715834" y="-112637"/>
            <a:ext cx="16856331" cy="9608144"/>
            <a:chOff x="0" y="-238125"/>
            <a:chExt cx="4439528" cy="2530540"/>
          </a:xfrm>
        </p:grpSpPr>
        <p:sp>
          <p:nvSpPr>
            <p:cNvPr id="368" name="Google Shape;368;p37"/>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69" name="Google Shape;369;p37"/>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0" name="Google Shape;370;p37"/>
          <p:cNvSpPr/>
          <p:nvPr/>
        </p:nvSpPr>
        <p:spPr>
          <a:xfrm>
            <a:off x="1463993" y="3067580"/>
            <a:ext cx="4212572" cy="4151840"/>
          </a:xfrm>
          <a:custGeom>
            <a:rect b="b" l="l" r="r" t="t"/>
            <a:pathLst>
              <a:path extrusionOk="0" h="4151840" w="4212572">
                <a:moveTo>
                  <a:pt x="0" y="0"/>
                </a:moveTo>
                <a:lnTo>
                  <a:pt x="4212572" y="0"/>
                </a:lnTo>
                <a:lnTo>
                  <a:pt x="4212572" y="4151840"/>
                </a:lnTo>
                <a:lnTo>
                  <a:pt x="0" y="4151840"/>
                </a:lnTo>
                <a:lnTo>
                  <a:pt x="0" y="0"/>
                </a:lnTo>
                <a:close/>
              </a:path>
            </a:pathLst>
          </a:custGeom>
          <a:blipFill rotWithShape="1">
            <a:blip r:embed="rId3">
              <a:alphaModFix/>
            </a:blip>
            <a:stretch>
              <a:fillRect b="0" l="0" r="0" t="0"/>
            </a:stretch>
          </a:blipFill>
          <a:ln>
            <a:noFill/>
          </a:ln>
        </p:spPr>
      </p:sp>
      <p:sp>
        <p:nvSpPr>
          <p:cNvPr id="371" name="Google Shape;371;p37"/>
          <p:cNvSpPr/>
          <p:nvPr/>
        </p:nvSpPr>
        <p:spPr>
          <a:xfrm>
            <a:off x="6714790" y="3067580"/>
            <a:ext cx="4858419" cy="4504449"/>
          </a:xfrm>
          <a:custGeom>
            <a:rect b="b" l="l" r="r" t="t"/>
            <a:pathLst>
              <a:path extrusionOk="0" h="4504449" w="4858419">
                <a:moveTo>
                  <a:pt x="0" y="0"/>
                </a:moveTo>
                <a:lnTo>
                  <a:pt x="4858420" y="0"/>
                </a:lnTo>
                <a:lnTo>
                  <a:pt x="4858420" y="4504449"/>
                </a:lnTo>
                <a:lnTo>
                  <a:pt x="0" y="4504449"/>
                </a:lnTo>
                <a:lnTo>
                  <a:pt x="0" y="0"/>
                </a:lnTo>
                <a:close/>
              </a:path>
            </a:pathLst>
          </a:custGeom>
          <a:blipFill rotWithShape="1">
            <a:blip r:embed="rId4">
              <a:alphaModFix/>
            </a:blip>
            <a:stretch>
              <a:fillRect b="0" l="0" r="0" t="0"/>
            </a:stretch>
          </a:blipFill>
          <a:ln>
            <a:noFill/>
          </a:ln>
        </p:spPr>
      </p:sp>
      <p:sp>
        <p:nvSpPr>
          <p:cNvPr id="372" name="Google Shape;372;p37"/>
          <p:cNvSpPr/>
          <p:nvPr/>
        </p:nvSpPr>
        <p:spPr>
          <a:xfrm>
            <a:off x="12608909" y="2688073"/>
            <a:ext cx="4320423" cy="4883956"/>
          </a:xfrm>
          <a:custGeom>
            <a:rect b="b" l="l" r="r" t="t"/>
            <a:pathLst>
              <a:path extrusionOk="0" h="4883956" w="4320423">
                <a:moveTo>
                  <a:pt x="0" y="0"/>
                </a:moveTo>
                <a:lnTo>
                  <a:pt x="4320423" y="0"/>
                </a:lnTo>
                <a:lnTo>
                  <a:pt x="4320423" y="4883956"/>
                </a:lnTo>
                <a:lnTo>
                  <a:pt x="0" y="4883956"/>
                </a:lnTo>
                <a:lnTo>
                  <a:pt x="0" y="0"/>
                </a:lnTo>
                <a:close/>
              </a:path>
            </a:pathLst>
          </a:custGeom>
          <a:blipFill rotWithShape="1">
            <a:blip r:embed="rId5">
              <a:alphaModFix/>
            </a:blip>
            <a:stretch>
              <a:fillRect b="0" l="0" r="0" t="0"/>
            </a:stretch>
          </a:blipFill>
          <a:ln>
            <a:noFill/>
          </a:ln>
        </p:spPr>
      </p:sp>
      <p:sp>
        <p:nvSpPr>
          <p:cNvPr id="373" name="Google Shape;373;p37"/>
          <p:cNvSpPr txBox="1"/>
          <p:nvPr/>
        </p:nvSpPr>
        <p:spPr>
          <a:xfrm>
            <a:off x="4087861" y="1238004"/>
            <a:ext cx="9794118"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Mockups</a:t>
            </a:r>
            <a:endParaRPr/>
          </a:p>
        </p:txBody>
      </p:sp>
      <p:sp>
        <p:nvSpPr>
          <p:cNvPr id="374" name="Google Shape;374;p37"/>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E38"/>
        </a:solidFill>
      </p:bgPr>
    </p:bg>
    <p:spTree>
      <p:nvGrpSpPr>
        <p:cNvPr id="378" name="Shape 378"/>
        <p:cNvGrpSpPr/>
        <p:nvPr/>
      </p:nvGrpSpPr>
      <p:grpSpPr>
        <a:xfrm>
          <a:off x="0" y="0"/>
          <a:ext cx="0" cy="0"/>
          <a:chOff x="0" y="0"/>
          <a:chExt cx="0" cy="0"/>
        </a:xfrm>
      </p:grpSpPr>
      <p:grpSp>
        <p:nvGrpSpPr>
          <p:cNvPr id="379" name="Google Shape;379;p38"/>
          <p:cNvGrpSpPr/>
          <p:nvPr/>
        </p:nvGrpSpPr>
        <p:grpSpPr>
          <a:xfrm>
            <a:off x="715834" y="-112637"/>
            <a:ext cx="16856331" cy="9608144"/>
            <a:chOff x="0" y="-238125"/>
            <a:chExt cx="4439528" cy="2530540"/>
          </a:xfrm>
        </p:grpSpPr>
        <p:sp>
          <p:nvSpPr>
            <p:cNvPr id="380" name="Google Shape;380;p38"/>
            <p:cNvSpPr/>
            <p:nvPr/>
          </p:nvSpPr>
          <p:spPr>
            <a:xfrm>
              <a:off x="0" y="0"/>
              <a:ext cx="4439527" cy="2292415"/>
            </a:xfrm>
            <a:custGeom>
              <a:rect b="b" l="l" r="r" t="t"/>
              <a:pathLst>
                <a:path extrusionOk="0" h="2292415" w="4439527">
                  <a:moveTo>
                    <a:pt x="0" y="0"/>
                  </a:moveTo>
                  <a:lnTo>
                    <a:pt x="4439527" y="0"/>
                  </a:lnTo>
                  <a:lnTo>
                    <a:pt x="4439527" y="2292415"/>
                  </a:lnTo>
                  <a:lnTo>
                    <a:pt x="0" y="2292415"/>
                  </a:lnTo>
                  <a:close/>
                </a:path>
              </a:pathLst>
            </a:custGeom>
            <a:solidFill>
              <a:srgbClr val="FFFFFF"/>
            </a:solidFill>
            <a:ln>
              <a:noFill/>
            </a:ln>
          </p:spPr>
        </p:sp>
        <p:sp>
          <p:nvSpPr>
            <p:cNvPr id="381" name="Google Shape;381;p38"/>
            <p:cNvSpPr txBox="1"/>
            <p:nvPr/>
          </p:nvSpPr>
          <p:spPr>
            <a:xfrm>
              <a:off x="0" y="-238125"/>
              <a:ext cx="4439528" cy="2530540"/>
            </a:xfrm>
            <a:prstGeom prst="rect">
              <a:avLst/>
            </a:prstGeom>
            <a:noFill/>
            <a:ln>
              <a:noFill/>
            </a:ln>
          </p:spPr>
          <p:txBody>
            <a:bodyPr anchorCtr="0" anchor="ctr" bIns="50800" lIns="50800" spcFirstLastPara="1" rIns="50800" wrap="square" tIns="50800">
              <a:noAutofit/>
            </a:bodyPr>
            <a:lstStyle/>
            <a:p>
              <a:pPr indent="0" lvl="0" marL="0" marR="0" rtl="0" algn="ctr">
                <a:lnSpc>
                  <a:spcPct val="268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2" name="Google Shape;382;p38"/>
          <p:cNvSpPr/>
          <p:nvPr/>
        </p:nvSpPr>
        <p:spPr>
          <a:xfrm>
            <a:off x="6495727" y="2574828"/>
            <a:ext cx="5767090" cy="6356958"/>
          </a:xfrm>
          <a:custGeom>
            <a:rect b="b" l="l" r="r" t="t"/>
            <a:pathLst>
              <a:path extrusionOk="0" h="6356958" w="5767090">
                <a:moveTo>
                  <a:pt x="0" y="0"/>
                </a:moveTo>
                <a:lnTo>
                  <a:pt x="5767090" y="0"/>
                </a:lnTo>
                <a:lnTo>
                  <a:pt x="5767090" y="6356958"/>
                </a:lnTo>
                <a:lnTo>
                  <a:pt x="0" y="6356958"/>
                </a:lnTo>
                <a:lnTo>
                  <a:pt x="0" y="0"/>
                </a:lnTo>
                <a:close/>
              </a:path>
            </a:pathLst>
          </a:custGeom>
          <a:blipFill rotWithShape="1">
            <a:blip r:embed="rId3">
              <a:alphaModFix/>
            </a:blip>
            <a:stretch>
              <a:fillRect b="0" l="-2094" r="-11026" t="-4187"/>
            </a:stretch>
          </a:blipFill>
          <a:ln>
            <a:noFill/>
          </a:ln>
        </p:spPr>
      </p:sp>
      <p:sp>
        <p:nvSpPr>
          <p:cNvPr id="383" name="Google Shape;383;p38"/>
          <p:cNvSpPr/>
          <p:nvPr/>
        </p:nvSpPr>
        <p:spPr>
          <a:xfrm>
            <a:off x="12715793" y="2574828"/>
            <a:ext cx="4543507" cy="6356958"/>
          </a:xfrm>
          <a:custGeom>
            <a:rect b="b" l="l" r="r" t="t"/>
            <a:pathLst>
              <a:path extrusionOk="0" h="6356958" w="4543507">
                <a:moveTo>
                  <a:pt x="0" y="0"/>
                </a:moveTo>
                <a:lnTo>
                  <a:pt x="4543507" y="0"/>
                </a:lnTo>
                <a:lnTo>
                  <a:pt x="4543507" y="6356958"/>
                </a:lnTo>
                <a:lnTo>
                  <a:pt x="0" y="6356958"/>
                </a:lnTo>
                <a:lnTo>
                  <a:pt x="0" y="0"/>
                </a:lnTo>
                <a:close/>
              </a:path>
            </a:pathLst>
          </a:custGeom>
          <a:blipFill rotWithShape="1">
            <a:blip r:embed="rId4">
              <a:alphaModFix/>
            </a:blip>
            <a:stretch>
              <a:fillRect b="0" l="-22173" r="-16339" t="0"/>
            </a:stretch>
          </a:blipFill>
          <a:ln>
            <a:noFill/>
          </a:ln>
        </p:spPr>
      </p:sp>
      <p:sp>
        <p:nvSpPr>
          <p:cNvPr id="384" name="Google Shape;384;p38"/>
          <p:cNvSpPr/>
          <p:nvPr/>
        </p:nvSpPr>
        <p:spPr>
          <a:xfrm>
            <a:off x="1028700" y="2574828"/>
            <a:ext cx="5133244" cy="6356958"/>
          </a:xfrm>
          <a:custGeom>
            <a:rect b="b" l="l" r="r" t="t"/>
            <a:pathLst>
              <a:path extrusionOk="0" h="6356958" w="5133244">
                <a:moveTo>
                  <a:pt x="0" y="0"/>
                </a:moveTo>
                <a:lnTo>
                  <a:pt x="5133244" y="0"/>
                </a:lnTo>
                <a:lnTo>
                  <a:pt x="5133244" y="6356958"/>
                </a:lnTo>
                <a:lnTo>
                  <a:pt x="0" y="6356958"/>
                </a:lnTo>
                <a:lnTo>
                  <a:pt x="0" y="0"/>
                </a:lnTo>
                <a:close/>
              </a:path>
            </a:pathLst>
          </a:custGeom>
          <a:blipFill rotWithShape="1">
            <a:blip r:embed="rId5">
              <a:alphaModFix/>
            </a:blip>
            <a:stretch>
              <a:fillRect b="0" l="0" r="0" t="0"/>
            </a:stretch>
          </a:blipFill>
          <a:ln>
            <a:noFill/>
          </a:ln>
        </p:spPr>
      </p:sp>
      <p:sp>
        <p:nvSpPr>
          <p:cNvPr id="385" name="Google Shape;385;p38"/>
          <p:cNvSpPr txBox="1"/>
          <p:nvPr/>
        </p:nvSpPr>
        <p:spPr>
          <a:xfrm>
            <a:off x="805035" y="1317544"/>
            <a:ext cx="16767130" cy="800383"/>
          </a:xfrm>
          <a:prstGeom prst="rect">
            <a:avLst/>
          </a:prstGeom>
          <a:noFill/>
          <a:ln>
            <a:noFill/>
          </a:ln>
        </p:spPr>
        <p:txBody>
          <a:bodyPr anchorCtr="0" anchor="t" bIns="0" lIns="0" spcFirstLastPara="1" rIns="0" wrap="square" tIns="0">
            <a:spAutoFit/>
          </a:bodyPr>
          <a:lstStyle/>
          <a:p>
            <a:pPr indent="0" lvl="0" marL="0" marR="0" rtl="0" algn="ctr">
              <a:lnSpc>
                <a:spcPct val="113992"/>
              </a:lnSpc>
              <a:spcBef>
                <a:spcPts val="0"/>
              </a:spcBef>
              <a:spcAft>
                <a:spcPts val="0"/>
              </a:spcAft>
              <a:buNone/>
            </a:pPr>
            <a:r>
              <a:rPr b="1" i="0" lang="en-US" sz="5553" u="none" cap="none" strike="noStrike">
                <a:solidFill>
                  <a:srgbClr val="000000"/>
                </a:solidFill>
                <a:latin typeface="Arial"/>
                <a:ea typeface="Arial"/>
                <a:cs typeface="Arial"/>
                <a:sym typeface="Arial"/>
              </a:rPr>
              <a:t>Mockups para Promocionar la Empresa</a:t>
            </a:r>
            <a:endParaRPr/>
          </a:p>
        </p:txBody>
      </p:sp>
      <p:sp>
        <p:nvSpPr>
          <p:cNvPr id="386" name="Google Shape;386;p38"/>
          <p:cNvSpPr txBox="1"/>
          <p:nvPr/>
        </p:nvSpPr>
        <p:spPr>
          <a:xfrm>
            <a:off x="1358668" y="9772536"/>
            <a:ext cx="15570664" cy="305933"/>
          </a:xfrm>
          <a:prstGeom prst="rect">
            <a:avLst/>
          </a:prstGeom>
          <a:noFill/>
          <a:ln>
            <a:noFill/>
          </a:ln>
        </p:spPr>
        <p:txBody>
          <a:bodyPr anchorCtr="0" anchor="t" bIns="0" lIns="0" spcFirstLastPara="1" rIns="0" wrap="square" tIns="0">
            <a:spAutoFit/>
          </a:bodyPr>
          <a:lstStyle/>
          <a:p>
            <a:pPr indent="0" lvl="0" marL="0" marR="0" rtl="0" algn="ctr">
              <a:lnSpc>
                <a:spcPct val="140076"/>
              </a:lnSpc>
              <a:spcBef>
                <a:spcPts val="0"/>
              </a:spcBef>
              <a:spcAft>
                <a:spcPts val="0"/>
              </a:spcAft>
              <a:buNone/>
            </a:pPr>
            <a:r>
              <a:rPr b="1" i="0" lang="en-US" sz="1830" u="none" cap="none" strike="noStrike">
                <a:solidFill>
                  <a:srgbClr val="FFFFFF"/>
                </a:solidFill>
                <a:latin typeface="DM Sans"/>
                <a:ea typeface="DM Sans"/>
                <a:cs typeface="DM Sans"/>
                <a:sym typeface="DM Sans"/>
              </a:rPr>
              <a:t>36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